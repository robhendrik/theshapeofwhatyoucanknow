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11" r:id="rId6"/>
  </p:sldMasterIdLst>
  <p:notesMasterIdLst>
    <p:notesMasterId r:id="rId8"/>
  </p:notesMasterIdLst>
  <p:handoutMasterIdLst>
    <p:handoutMasterId r:id="rId9"/>
  </p:handoutMasterIdLst>
  <p:sldIdLst>
    <p:sldId id="2147482540" r:id="rId7"/>
  </p:sldIdLst>
  <p:sldSz cx="9144000" cy="7304088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53F028-A2E4-E24B-A222-7DB4617B18BB}">
          <p14:sldIdLst>
            <p14:sldId id="21474825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0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2020"/>
    <a:srgbClr val="1F6FE0"/>
    <a:srgbClr val="E0DFDF"/>
    <a:srgbClr val="FF8080"/>
    <a:srgbClr val="1F77B4"/>
    <a:srgbClr val="FFDFDB"/>
    <a:srgbClr val="FFE050"/>
    <a:srgbClr val="FFED5E"/>
    <a:srgbClr val="02ABB1"/>
    <a:srgbClr val="0066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5D1B2C-37AE-4BDB-91D0-AA3F9CCE99A6}" v="3" dt="2026-09-09T06:10:41.8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8" autoAdjust="0"/>
    <p:restoredTop sz="94485" autoAdjust="0"/>
  </p:normalViewPr>
  <p:slideViewPr>
    <p:cSldViewPr snapToGrid="0">
      <p:cViewPr varScale="1">
        <p:scale>
          <a:sx n="70" d="100"/>
          <a:sy n="70" d="100"/>
        </p:scale>
        <p:origin x="1613" y="43"/>
      </p:cViewPr>
      <p:guideLst>
        <p:guide orient="horz" pos="2301"/>
        <p:guide pos="2880"/>
      </p:guideLst>
    </p:cSldViewPr>
  </p:slideViewPr>
  <p:outlineViewPr>
    <p:cViewPr>
      <p:scale>
        <a:sx n="70" d="100"/>
        <a:sy n="70" d="100"/>
      </p:scale>
      <p:origin x="-80" y="-501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4292"/>
    </p:cViewPr>
  </p:sorterViewPr>
  <p:notesViewPr>
    <p:cSldViewPr snapToGrid="0" showGuides="1">
      <p:cViewPr>
        <p:scale>
          <a:sx n="109" d="100"/>
          <a:sy n="109" d="100"/>
        </p:scale>
        <p:origin x="3666" y="456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driks, Rob" userId="c1397476-51d7-416b-9276-de9da7a1b8a6" providerId="ADAL" clId="{5530228B-0BD8-451E-BAD1-66B9143C59C5}"/>
    <pc:docChg chg="undo custSel delSld modSld modSection">
      <pc:chgData name="Hendriks, Rob" userId="c1397476-51d7-416b-9276-de9da7a1b8a6" providerId="ADAL" clId="{5530228B-0BD8-451E-BAD1-66B9143C59C5}" dt="2026-09-09T06:15:27.862" v="104" actId="1076"/>
      <pc:docMkLst>
        <pc:docMk/>
      </pc:docMkLst>
      <pc:sldChg chg="del">
        <pc:chgData name="Hendriks, Rob" userId="c1397476-51d7-416b-9276-de9da7a1b8a6" providerId="ADAL" clId="{5530228B-0BD8-451E-BAD1-66B9143C59C5}" dt="2026-09-09T05:55:26.929" v="0" actId="47"/>
        <pc:sldMkLst>
          <pc:docMk/>
          <pc:sldMk cId="1058418885" sldId="2147482499"/>
        </pc:sldMkLst>
      </pc:sldChg>
      <pc:sldChg chg="del">
        <pc:chgData name="Hendriks, Rob" userId="c1397476-51d7-416b-9276-de9da7a1b8a6" providerId="ADAL" clId="{5530228B-0BD8-451E-BAD1-66B9143C59C5}" dt="2026-09-09T05:55:26.929" v="0" actId="47"/>
        <pc:sldMkLst>
          <pc:docMk/>
          <pc:sldMk cId="1674329261" sldId="2147482520"/>
        </pc:sldMkLst>
      </pc:sldChg>
      <pc:sldChg chg="del">
        <pc:chgData name="Hendriks, Rob" userId="c1397476-51d7-416b-9276-de9da7a1b8a6" providerId="ADAL" clId="{5530228B-0BD8-451E-BAD1-66B9143C59C5}" dt="2026-09-09T05:55:26.929" v="0" actId="47"/>
        <pc:sldMkLst>
          <pc:docMk/>
          <pc:sldMk cId="4291989601" sldId="2147482521"/>
        </pc:sldMkLst>
      </pc:sldChg>
      <pc:sldChg chg="del">
        <pc:chgData name="Hendriks, Rob" userId="c1397476-51d7-416b-9276-de9da7a1b8a6" providerId="ADAL" clId="{5530228B-0BD8-451E-BAD1-66B9143C59C5}" dt="2026-09-09T05:55:26.929" v="0" actId="47"/>
        <pc:sldMkLst>
          <pc:docMk/>
          <pc:sldMk cId="3934322987" sldId="2147482522"/>
        </pc:sldMkLst>
      </pc:sldChg>
      <pc:sldChg chg="del">
        <pc:chgData name="Hendriks, Rob" userId="c1397476-51d7-416b-9276-de9da7a1b8a6" providerId="ADAL" clId="{5530228B-0BD8-451E-BAD1-66B9143C59C5}" dt="2026-09-09T05:55:26.929" v="0" actId="47"/>
        <pc:sldMkLst>
          <pc:docMk/>
          <pc:sldMk cId="559832539" sldId="2147482523"/>
        </pc:sldMkLst>
      </pc:sldChg>
      <pc:sldChg chg="del">
        <pc:chgData name="Hendriks, Rob" userId="c1397476-51d7-416b-9276-de9da7a1b8a6" providerId="ADAL" clId="{5530228B-0BD8-451E-BAD1-66B9143C59C5}" dt="2026-09-09T05:55:26.929" v="0" actId="47"/>
        <pc:sldMkLst>
          <pc:docMk/>
          <pc:sldMk cId="2876525108" sldId="2147482524"/>
        </pc:sldMkLst>
      </pc:sldChg>
      <pc:sldChg chg="del">
        <pc:chgData name="Hendriks, Rob" userId="c1397476-51d7-416b-9276-de9da7a1b8a6" providerId="ADAL" clId="{5530228B-0BD8-451E-BAD1-66B9143C59C5}" dt="2026-09-09T05:55:26.929" v="0" actId="47"/>
        <pc:sldMkLst>
          <pc:docMk/>
          <pc:sldMk cId="996523645" sldId="2147482527"/>
        </pc:sldMkLst>
      </pc:sldChg>
      <pc:sldChg chg="del">
        <pc:chgData name="Hendriks, Rob" userId="c1397476-51d7-416b-9276-de9da7a1b8a6" providerId="ADAL" clId="{5530228B-0BD8-451E-BAD1-66B9143C59C5}" dt="2026-09-09T05:55:26.929" v="0" actId="47"/>
        <pc:sldMkLst>
          <pc:docMk/>
          <pc:sldMk cId="1806368867" sldId="2147482528"/>
        </pc:sldMkLst>
      </pc:sldChg>
      <pc:sldChg chg="del">
        <pc:chgData name="Hendriks, Rob" userId="c1397476-51d7-416b-9276-de9da7a1b8a6" providerId="ADAL" clId="{5530228B-0BD8-451E-BAD1-66B9143C59C5}" dt="2026-09-09T05:55:26.929" v="0" actId="47"/>
        <pc:sldMkLst>
          <pc:docMk/>
          <pc:sldMk cId="1463262995" sldId="2147482529"/>
        </pc:sldMkLst>
      </pc:sldChg>
      <pc:sldChg chg="del">
        <pc:chgData name="Hendriks, Rob" userId="c1397476-51d7-416b-9276-de9da7a1b8a6" providerId="ADAL" clId="{5530228B-0BD8-451E-BAD1-66B9143C59C5}" dt="2026-09-09T05:55:26.929" v="0" actId="47"/>
        <pc:sldMkLst>
          <pc:docMk/>
          <pc:sldMk cId="3691168632" sldId="2147482534"/>
        </pc:sldMkLst>
      </pc:sldChg>
      <pc:sldChg chg="del">
        <pc:chgData name="Hendriks, Rob" userId="c1397476-51d7-416b-9276-de9da7a1b8a6" providerId="ADAL" clId="{5530228B-0BD8-451E-BAD1-66B9143C59C5}" dt="2026-09-09T05:55:26.929" v="0" actId="47"/>
        <pc:sldMkLst>
          <pc:docMk/>
          <pc:sldMk cId="3837043097" sldId="2147482535"/>
        </pc:sldMkLst>
      </pc:sldChg>
      <pc:sldChg chg="del">
        <pc:chgData name="Hendriks, Rob" userId="c1397476-51d7-416b-9276-de9da7a1b8a6" providerId="ADAL" clId="{5530228B-0BD8-451E-BAD1-66B9143C59C5}" dt="2026-09-09T05:55:26.929" v="0" actId="47"/>
        <pc:sldMkLst>
          <pc:docMk/>
          <pc:sldMk cId="752706578" sldId="2147482536"/>
        </pc:sldMkLst>
      </pc:sldChg>
      <pc:sldChg chg="del">
        <pc:chgData name="Hendriks, Rob" userId="c1397476-51d7-416b-9276-de9da7a1b8a6" providerId="ADAL" clId="{5530228B-0BD8-451E-BAD1-66B9143C59C5}" dt="2026-09-09T05:55:26.929" v="0" actId="47"/>
        <pc:sldMkLst>
          <pc:docMk/>
          <pc:sldMk cId="2191126843" sldId="2147482537"/>
        </pc:sldMkLst>
      </pc:sldChg>
      <pc:sldChg chg="del">
        <pc:chgData name="Hendriks, Rob" userId="c1397476-51d7-416b-9276-de9da7a1b8a6" providerId="ADAL" clId="{5530228B-0BD8-451E-BAD1-66B9143C59C5}" dt="2026-09-09T05:55:29.349" v="1" actId="47"/>
        <pc:sldMkLst>
          <pc:docMk/>
          <pc:sldMk cId="53231590" sldId="2147482538"/>
        </pc:sldMkLst>
      </pc:sldChg>
      <pc:sldChg chg="addSp delSp modSp mod">
        <pc:chgData name="Hendriks, Rob" userId="c1397476-51d7-416b-9276-de9da7a1b8a6" providerId="ADAL" clId="{5530228B-0BD8-451E-BAD1-66B9143C59C5}" dt="2026-09-09T06:15:27.862" v="104" actId="1076"/>
        <pc:sldMkLst>
          <pc:docMk/>
          <pc:sldMk cId="3254780203" sldId="2147482540"/>
        </pc:sldMkLst>
        <pc:spChg chg="mod">
          <ac:chgData name="Hendriks, Rob" userId="c1397476-51d7-416b-9276-de9da7a1b8a6" providerId="ADAL" clId="{5530228B-0BD8-451E-BAD1-66B9143C59C5}" dt="2026-09-09T05:56:17.664" v="13" actId="1076"/>
          <ac:spMkLst>
            <pc:docMk/>
            <pc:sldMk cId="3254780203" sldId="2147482540"/>
            <ac:spMk id="12" creationId="{8C7018DE-51E5-8079-3871-D151422924FE}"/>
          </ac:spMkLst>
        </pc:spChg>
        <pc:spChg chg="mod">
          <ac:chgData name="Hendriks, Rob" userId="c1397476-51d7-416b-9276-de9da7a1b8a6" providerId="ADAL" clId="{5530228B-0BD8-451E-BAD1-66B9143C59C5}" dt="2026-09-09T05:56:28.357" v="14" actId="1076"/>
          <ac:spMkLst>
            <pc:docMk/>
            <pc:sldMk cId="3254780203" sldId="2147482540"/>
            <ac:spMk id="15" creationId="{61F5F72E-7E2E-CFFA-B95E-F572A44D62BE}"/>
          </ac:spMkLst>
        </pc:spChg>
        <pc:spChg chg="mod">
          <ac:chgData name="Hendriks, Rob" userId="c1397476-51d7-416b-9276-de9da7a1b8a6" providerId="ADAL" clId="{5530228B-0BD8-451E-BAD1-66B9143C59C5}" dt="2026-09-09T06:11:18.966" v="82" actId="1035"/>
          <ac:spMkLst>
            <pc:docMk/>
            <pc:sldMk cId="3254780203" sldId="2147482540"/>
            <ac:spMk id="17" creationId="{6214B5A6-BF1F-1385-DCA0-22753C4B114B}"/>
          </ac:spMkLst>
        </pc:spChg>
        <pc:spChg chg="mod">
          <ac:chgData name="Hendriks, Rob" userId="c1397476-51d7-416b-9276-de9da7a1b8a6" providerId="ADAL" clId="{5530228B-0BD8-451E-BAD1-66B9143C59C5}" dt="2026-09-09T06:11:18.966" v="82" actId="1035"/>
          <ac:spMkLst>
            <pc:docMk/>
            <pc:sldMk cId="3254780203" sldId="2147482540"/>
            <ac:spMk id="20" creationId="{D3E31301-113E-D4DA-25E0-96AFAAB2661C}"/>
          </ac:spMkLst>
        </pc:spChg>
        <pc:spChg chg="mod">
          <ac:chgData name="Hendriks, Rob" userId="c1397476-51d7-416b-9276-de9da7a1b8a6" providerId="ADAL" clId="{5530228B-0BD8-451E-BAD1-66B9143C59C5}" dt="2026-09-09T06:11:18.966" v="82" actId="1035"/>
          <ac:spMkLst>
            <pc:docMk/>
            <pc:sldMk cId="3254780203" sldId="2147482540"/>
            <ac:spMk id="22" creationId="{A7065AED-1527-0241-7318-3B6FD29778D4}"/>
          </ac:spMkLst>
        </pc:spChg>
        <pc:spChg chg="mod">
          <ac:chgData name="Hendriks, Rob" userId="c1397476-51d7-416b-9276-de9da7a1b8a6" providerId="ADAL" clId="{5530228B-0BD8-451E-BAD1-66B9143C59C5}" dt="2026-09-09T06:11:18.966" v="82" actId="1035"/>
          <ac:spMkLst>
            <pc:docMk/>
            <pc:sldMk cId="3254780203" sldId="2147482540"/>
            <ac:spMk id="24" creationId="{A67F30B9-359F-D143-65FD-EC3A474C5D17}"/>
          </ac:spMkLst>
        </pc:spChg>
        <pc:spChg chg="mod">
          <ac:chgData name="Hendriks, Rob" userId="c1397476-51d7-416b-9276-de9da7a1b8a6" providerId="ADAL" clId="{5530228B-0BD8-451E-BAD1-66B9143C59C5}" dt="2026-09-09T06:11:18.966" v="82" actId="1035"/>
          <ac:spMkLst>
            <pc:docMk/>
            <pc:sldMk cId="3254780203" sldId="2147482540"/>
            <ac:spMk id="26" creationId="{3C9FF10A-A840-3F68-5FD0-C0213C41E8B4}"/>
          </ac:spMkLst>
        </pc:spChg>
        <pc:spChg chg="mod">
          <ac:chgData name="Hendriks, Rob" userId="c1397476-51d7-416b-9276-de9da7a1b8a6" providerId="ADAL" clId="{5530228B-0BD8-451E-BAD1-66B9143C59C5}" dt="2026-09-09T06:11:18.966" v="82" actId="1035"/>
          <ac:spMkLst>
            <pc:docMk/>
            <pc:sldMk cId="3254780203" sldId="2147482540"/>
            <ac:spMk id="28" creationId="{AB73FD0D-350C-67CC-CDDF-2ADC04803149}"/>
          </ac:spMkLst>
        </pc:spChg>
        <pc:spChg chg="mod">
          <ac:chgData name="Hendriks, Rob" userId="c1397476-51d7-416b-9276-de9da7a1b8a6" providerId="ADAL" clId="{5530228B-0BD8-451E-BAD1-66B9143C59C5}" dt="2026-09-09T06:11:18.966" v="82" actId="1035"/>
          <ac:spMkLst>
            <pc:docMk/>
            <pc:sldMk cId="3254780203" sldId="2147482540"/>
            <ac:spMk id="30" creationId="{F845B31C-F0A1-108B-9F68-D4EFFB5296F2}"/>
          </ac:spMkLst>
        </pc:spChg>
        <pc:spChg chg="mod">
          <ac:chgData name="Hendriks, Rob" userId="c1397476-51d7-416b-9276-de9da7a1b8a6" providerId="ADAL" clId="{5530228B-0BD8-451E-BAD1-66B9143C59C5}" dt="2026-09-09T06:11:18.966" v="82" actId="1035"/>
          <ac:spMkLst>
            <pc:docMk/>
            <pc:sldMk cId="3254780203" sldId="2147482540"/>
            <ac:spMk id="32" creationId="{F63A3C93-EF08-D680-BB6E-3B7093B3867C}"/>
          </ac:spMkLst>
        </pc:spChg>
        <pc:spChg chg="mod">
          <ac:chgData name="Hendriks, Rob" userId="c1397476-51d7-416b-9276-de9da7a1b8a6" providerId="ADAL" clId="{5530228B-0BD8-451E-BAD1-66B9143C59C5}" dt="2026-09-09T06:11:18.966" v="82" actId="1035"/>
          <ac:spMkLst>
            <pc:docMk/>
            <pc:sldMk cId="3254780203" sldId="2147482540"/>
            <ac:spMk id="34" creationId="{A1E994B3-19B7-432D-4973-390B7A476F18}"/>
          </ac:spMkLst>
        </pc:spChg>
        <pc:spChg chg="mod">
          <ac:chgData name="Hendriks, Rob" userId="c1397476-51d7-416b-9276-de9da7a1b8a6" providerId="ADAL" clId="{5530228B-0BD8-451E-BAD1-66B9143C59C5}" dt="2026-09-09T06:15:12.835" v="99" actId="555"/>
          <ac:spMkLst>
            <pc:docMk/>
            <pc:sldMk cId="3254780203" sldId="2147482540"/>
            <ac:spMk id="53" creationId="{99A17DC7-43DE-397F-E198-ECE14ACC957E}"/>
          </ac:spMkLst>
        </pc:spChg>
        <pc:spChg chg="mod">
          <ac:chgData name="Hendriks, Rob" userId="c1397476-51d7-416b-9276-de9da7a1b8a6" providerId="ADAL" clId="{5530228B-0BD8-451E-BAD1-66B9143C59C5}" dt="2026-09-09T06:15:12.835" v="99" actId="555"/>
          <ac:spMkLst>
            <pc:docMk/>
            <pc:sldMk cId="3254780203" sldId="2147482540"/>
            <ac:spMk id="55" creationId="{D1BACAD9-DB1F-2F9D-6C2A-F28C51FF4B1B}"/>
          </ac:spMkLst>
        </pc:spChg>
        <pc:spChg chg="del">
          <ac:chgData name="Hendriks, Rob" userId="c1397476-51d7-416b-9276-de9da7a1b8a6" providerId="ADAL" clId="{5530228B-0BD8-451E-BAD1-66B9143C59C5}" dt="2026-09-09T05:55:48.588" v="5" actId="478"/>
          <ac:spMkLst>
            <pc:docMk/>
            <pc:sldMk cId="3254780203" sldId="2147482540"/>
            <ac:spMk id="57" creationId="{10623232-0AA5-96CE-92E9-38229E63F577}"/>
          </ac:spMkLst>
        </pc:spChg>
        <pc:spChg chg="del">
          <ac:chgData name="Hendriks, Rob" userId="c1397476-51d7-416b-9276-de9da7a1b8a6" providerId="ADAL" clId="{5530228B-0BD8-451E-BAD1-66B9143C59C5}" dt="2026-09-09T05:55:50.638" v="6" actId="478"/>
          <ac:spMkLst>
            <pc:docMk/>
            <pc:sldMk cId="3254780203" sldId="2147482540"/>
            <ac:spMk id="59" creationId="{396D1DB4-77E0-4F23-7357-B4EA6FCB11E0}"/>
          </ac:spMkLst>
        </pc:spChg>
        <pc:spChg chg="mod">
          <ac:chgData name="Hendriks, Rob" userId="c1397476-51d7-416b-9276-de9da7a1b8a6" providerId="ADAL" clId="{5530228B-0BD8-451E-BAD1-66B9143C59C5}" dt="2026-09-09T06:15:12.835" v="99" actId="555"/>
          <ac:spMkLst>
            <pc:docMk/>
            <pc:sldMk cId="3254780203" sldId="2147482540"/>
            <ac:spMk id="63" creationId="{B0BB9C11-B19F-BF39-BD5B-E360CE9F6A52}"/>
          </ac:spMkLst>
        </pc:spChg>
        <pc:spChg chg="del">
          <ac:chgData name="Hendriks, Rob" userId="c1397476-51d7-416b-9276-de9da7a1b8a6" providerId="ADAL" clId="{5530228B-0BD8-451E-BAD1-66B9143C59C5}" dt="2026-09-09T05:55:41.835" v="3" actId="478"/>
          <ac:spMkLst>
            <pc:docMk/>
            <pc:sldMk cId="3254780203" sldId="2147482540"/>
            <ac:spMk id="65" creationId="{14537A91-2F94-573C-F501-7820C7A155CC}"/>
          </ac:spMkLst>
        </pc:spChg>
        <pc:grpChg chg="mod">
          <ac:chgData name="Hendriks, Rob" userId="c1397476-51d7-416b-9276-de9da7a1b8a6" providerId="ADAL" clId="{5530228B-0BD8-451E-BAD1-66B9143C59C5}" dt="2026-09-09T06:11:37.631" v="85" actId="1076"/>
          <ac:grpSpMkLst>
            <pc:docMk/>
            <pc:sldMk cId="3254780203" sldId="2147482540"/>
            <ac:grpSpMk id="36" creationId="{7ED21E44-D797-F637-A183-E1AE31DF086A}"/>
          </ac:grpSpMkLst>
        </pc:grpChg>
        <pc:grpChg chg="del">
          <ac:chgData name="Hendriks, Rob" userId="c1397476-51d7-416b-9276-de9da7a1b8a6" providerId="ADAL" clId="{5530228B-0BD8-451E-BAD1-66B9143C59C5}" dt="2026-09-09T05:55:52.599" v="8" actId="478"/>
          <ac:grpSpMkLst>
            <pc:docMk/>
            <pc:sldMk cId="3254780203" sldId="2147482540"/>
            <ac:grpSpMk id="45" creationId="{D59D5906-21F3-7114-0887-F80203D60711}"/>
          </ac:grpSpMkLst>
        </pc:grpChg>
        <pc:grpChg chg="del">
          <ac:chgData name="Hendriks, Rob" userId="c1397476-51d7-416b-9276-de9da7a1b8a6" providerId="ADAL" clId="{5530228B-0BD8-451E-BAD1-66B9143C59C5}" dt="2026-09-09T05:55:51.572" v="7" actId="478"/>
          <ac:grpSpMkLst>
            <pc:docMk/>
            <pc:sldMk cId="3254780203" sldId="2147482540"/>
            <ac:grpSpMk id="48" creationId="{1BABA49C-8B29-5E91-E609-67A96BD126F5}"/>
          </ac:grpSpMkLst>
        </pc:grpChg>
        <pc:graphicFrameChg chg="mod">
          <ac:chgData name="Hendriks, Rob" userId="c1397476-51d7-416b-9276-de9da7a1b8a6" providerId="ADAL" clId="{5530228B-0BD8-451E-BAD1-66B9143C59C5}" dt="2026-09-09T05:56:05.591" v="12" actId="1076"/>
          <ac:graphicFrameMkLst>
            <pc:docMk/>
            <pc:sldMk cId="3254780203" sldId="2147482540"/>
            <ac:graphicFrameMk id="6" creationId="{1A61479B-9F03-7F0C-505D-D30565B08A83}"/>
          </ac:graphicFrameMkLst>
        </pc:graphicFrameChg>
        <pc:graphicFrameChg chg="del mod">
          <ac:chgData name="Hendriks, Rob" userId="c1397476-51d7-416b-9276-de9da7a1b8a6" providerId="ADAL" clId="{5530228B-0BD8-451E-BAD1-66B9143C59C5}" dt="2026-09-09T05:56:01.528" v="10" actId="478"/>
          <ac:graphicFrameMkLst>
            <pc:docMk/>
            <pc:sldMk cId="3254780203" sldId="2147482540"/>
            <ac:graphicFrameMk id="8" creationId="{78F06FF2-BAA1-3B16-8BE6-CD148539AD5D}"/>
          </ac:graphicFrameMkLst>
        </pc:graphicFrameChg>
        <pc:graphicFrameChg chg="mod">
          <ac:chgData name="Hendriks, Rob" userId="c1397476-51d7-416b-9276-de9da7a1b8a6" providerId="ADAL" clId="{5530228B-0BD8-451E-BAD1-66B9143C59C5}" dt="2026-09-09T06:12:05.791" v="91" actId="1076"/>
          <ac:graphicFrameMkLst>
            <pc:docMk/>
            <pc:sldMk cId="3254780203" sldId="2147482540"/>
            <ac:graphicFrameMk id="35" creationId="{5D4648BD-B613-17AD-353C-4BAE5C336C02}"/>
          </ac:graphicFrameMkLst>
        </pc:graphicFrameChg>
        <pc:picChg chg="mod">
          <ac:chgData name="Hendriks, Rob" userId="c1397476-51d7-416b-9276-de9da7a1b8a6" providerId="ADAL" clId="{5530228B-0BD8-451E-BAD1-66B9143C59C5}" dt="2026-09-09T05:55:45.017" v="4" actId="1076"/>
          <ac:picMkLst>
            <pc:docMk/>
            <pc:sldMk cId="3254780203" sldId="2147482540"/>
            <ac:picMk id="3" creationId="{8DC84164-AC9D-58C8-7C83-37C6AA968DA4}"/>
          </ac:picMkLst>
        </pc:picChg>
        <pc:picChg chg="add mod ord">
          <ac:chgData name="Hendriks, Rob" userId="c1397476-51d7-416b-9276-de9da7a1b8a6" providerId="ADAL" clId="{5530228B-0BD8-451E-BAD1-66B9143C59C5}" dt="2026-09-09T06:15:27.862" v="104" actId="1076"/>
          <ac:picMkLst>
            <pc:docMk/>
            <pc:sldMk cId="3254780203" sldId="2147482540"/>
            <ac:picMk id="4" creationId="{FECE7A48-D55E-94DB-9D7C-8CDBC42EAD10}"/>
          </ac:picMkLst>
        </pc:picChg>
        <pc:cxnChg chg="add del mod">
          <ac:chgData name="Hendriks, Rob" userId="c1397476-51d7-416b-9276-de9da7a1b8a6" providerId="ADAL" clId="{5530228B-0BD8-451E-BAD1-66B9143C59C5}" dt="2026-09-09T06:14:59.648" v="97" actId="478"/>
          <ac:cxnSpMkLst>
            <pc:docMk/>
            <pc:sldMk cId="3254780203" sldId="2147482540"/>
            <ac:cxnSpMk id="7" creationId="{041D2256-9302-2332-6610-728E3DDA6564}"/>
          </ac:cxnSpMkLst>
        </pc:cxnChg>
        <pc:cxnChg chg="mod">
          <ac:chgData name="Hendriks, Rob" userId="c1397476-51d7-416b-9276-de9da7a1b8a6" providerId="ADAL" clId="{5530228B-0BD8-451E-BAD1-66B9143C59C5}" dt="2026-09-09T06:15:18.558" v="101" actId="1076"/>
          <ac:cxnSpMkLst>
            <pc:docMk/>
            <pc:sldMk cId="3254780203" sldId="2147482540"/>
            <ac:cxnSpMk id="61" creationId="{3B4DA822-8AA0-EBC4-8D60-63E725566343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8487FA-FF84-1B5E-CCCB-2A088FAB92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77DAF-43A1-58DD-E748-93BE0ACB5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4211C-4A9E-8C4C-97BD-75A74A820AC7}" type="datetimeFigureOut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9/9/2026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04EE5-42B0-7389-3EEA-8484AE07F1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68BA1-9C50-DD81-9DB3-53BBF5BA2C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AC1E4-93AF-6C46-A091-93B307E81D8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99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33895C0-2991-1741-81AF-563E5518032A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8600" y="1143000"/>
            <a:ext cx="3860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9875E972-9F07-2B4C-A7FE-11ACC38BEE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74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46CB3-EF9C-749C-B105-0437BCBDE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C48E0-5156-92A8-3838-21EC75DBD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98600" y="1143000"/>
            <a:ext cx="3860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A0C95-F4D3-3606-EC01-F62F3E221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97914-509B-3793-0BB2-54128DD9E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703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 (vertical 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2C8AFC2-36E4-52EC-B86B-1DDFCE2421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6342725"/>
            <a:ext cx="429768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5E74CAA-EA60-CED8-13BE-2CFDF3D286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6074030"/>
            <a:ext cx="429768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B44A6A6-80D1-A231-5BCE-9159D9EAB6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5805334"/>
            <a:ext cx="429768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92513AC-DD08-E431-BEF0-0302DD1975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921636"/>
            <a:ext cx="6035040" cy="171402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265EDB1-2D49-0860-F31E-C48BA83356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2506114"/>
            <a:ext cx="6035040" cy="243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0454C2E0-1A4D-C3BC-8805-19BA074B45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402052"/>
            <a:ext cx="841742" cy="650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4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(vertical log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B67DB58-F737-AC10-CC1C-15DBD6E977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6342094"/>
            <a:ext cx="429768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78A8BD4-EC83-5206-5C7B-605BC11D3A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6073399"/>
            <a:ext cx="429768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6B5CCBC-2A7F-98C5-9D8E-0D0149E666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5804703"/>
            <a:ext cx="429768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803C9-3B4E-EB3B-6029-7BDE048835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921636"/>
            <a:ext cx="6035040" cy="171402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3539-EB41-4C14-53EF-2935F6D07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2506114"/>
            <a:ext cx="6035040" cy="2597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and black logo&#10;&#10;Description automatically generated">
            <a:extLst>
              <a:ext uri="{FF2B5EF4-FFF2-40B4-BE49-F238E27FC236}">
                <a16:creationId xmlns:a16="http://schemas.microsoft.com/office/drawing/2014/main" id="{84AA1B72-4063-89DB-D076-1E2338DCA0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402052"/>
            <a:ext cx="841742" cy="650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61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blue (vertical logo)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A8230AB-B9C3-ABB7-8E09-DB40160FB8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6342094"/>
            <a:ext cx="429768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337A30B-E80E-D3BE-EC18-C70BD71A60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6073399"/>
            <a:ext cx="429768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9404725-0715-5DAD-58B4-34C44B0565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5804703"/>
            <a:ext cx="429768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EFDCC6-A291-B654-EC74-B2F7A352C2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921636"/>
            <a:ext cx="6035040" cy="171402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63D59C3-AC2B-8821-72FE-690F065F5B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2506114"/>
            <a:ext cx="6035040" cy="2597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4F4C1511-F04E-7339-FC99-C7CDCAF0384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402052"/>
            <a:ext cx="841742" cy="650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34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solidFill>
          <a:srgbClr val="0B5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A6EBA-0B6D-29E9-8810-D683D76E52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6342725"/>
            <a:ext cx="429768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1FFB978-6F2E-5049-5D74-33430B16B3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6074030"/>
            <a:ext cx="429768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56F195D-D283-0223-500A-2A7F2FFBD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5805334"/>
            <a:ext cx="429768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790E38-98FA-70A9-4EE5-722204681B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3895534"/>
            <a:ext cx="6035040" cy="171402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B3D7AC3-F347-3071-2181-D9C053A942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446135"/>
            <a:ext cx="6035040" cy="2597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1A35D731-0B11-06EA-0894-958EC48E12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702293"/>
            <a:ext cx="8162712" cy="212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4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7312E4E-DC5C-89CF-7901-9D7696F5D2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6342094"/>
            <a:ext cx="429768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2FCA5D-44C5-0E96-A4ED-D15CBC06B9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6073399"/>
            <a:ext cx="429768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A46E337-3DA0-B0D4-133A-AB8C2FAAE9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5804703"/>
            <a:ext cx="429768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436B09D-E480-1E38-A7DC-3421B3A1D2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3895514"/>
            <a:ext cx="6050280" cy="171402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F22C47-0608-FFD6-A0EF-7FC8A2089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441037"/>
            <a:ext cx="6035040" cy="2597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ACDB9F0-E4A4-8202-89B5-AB6BCF94BD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702293"/>
            <a:ext cx="8162712" cy="212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16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810408"/>
              </p:ext>
            </p:extLst>
          </p:nvPr>
        </p:nvGraphicFramePr>
        <p:xfrm>
          <a:off x="1589" y="2257"/>
          <a:ext cx="1588" cy="2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2257"/>
                        <a:ext cx="1588" cy="2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225435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4A21B94C-7C28-C49E-8A73-7BB8D32C62D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73040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EE367FA-0013-3CCF-0C7D-DDEC90BC56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6338077"/>
            <a:ext cx="310896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23AE83-3E3B-92E1-FB70-9FBDAA6BCC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6071196"/>
            <a:ext cx="310896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471E571-6560-C923-2D4C-1DA9F62DE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5804316"/>
            <a:ext cx="310896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D577A7-4438-51B9-1408-E3E654B19A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921638"/>
            <a:ext cx="3108960" cy="188810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18FC48-F21F-8519-D2D8-2885B0BD65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2506114"/>
            <a:ext cx="3108960" cy="2597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7BE3BDF-77FD-FD36-ABA6-BBC1A344EE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701194"/>
            <a:ext cx="3108960" cy="81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6207919"/>
              </p:ext>
            </p:extLst>
          </p:nvPr>
        </p:nvGraphicFramePr>
        <p:xfrm>
          <a:off x="1589" y="2257"/>
          <a:ext cx="1588" cy="2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2257"/>
                        <a:ext cx="1588" cy="2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225435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06FA6940-81B4-5F30-47C8-908F58E0B43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73040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C9B2CB8-AACA-A98F-4406-A49710FED3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6336702"/>
            <a:ext cx="310896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318B85E-CB3F-F750-5606-E0E20DA5E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6070509"/>
            <a:ext cx="310896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DEE87C9-58F0-1BD5-F424-DF9A5B09F0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5804316"/>
            <a:ext cx="310896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0305E62-8667-FC12-E707-F92FB3964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921638"/>
            <a:ext cx="3108960" cy="188810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2B8A9A7-64E0-C36E-31F7-BE506AC64A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2506114"/>
            <a:ext cx="3108960" cy="2597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6" name="Picture 15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A9543EE3-B6C8-50A7-7410-B4C6D0EE32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701194"/>
            <a:ext cx="3108960" cy="81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0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light blue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2257"/>
          <a:ext cx="1588" cy="2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2257"/>
                        <a:ext cx="1588" cy="2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225435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5E12D76E-01D3-07B0-1D56-2358A14895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73040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CB24236-CADB-7354-060A-BE0EB20144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6336702"/>
            <a:ext cx="310896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909AA42-874F-29D2-A2E8-5F92C25F88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6070509"/>
            <a:ext cx="310896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6E9C10D-3E78-9EB7-56B2-E9F108939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5804316"/>
            <a:ext cx="310896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48CCF44-10C0-C55C-9440-4D098E5BE8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921638"/>
            <a:ext cx="3108960" cy="188810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224E75-DFDC-5E03-C79D-82F76B43E9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2506114"/>
            <a:ext cx="3108960" cy="2597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B9D51D7F-AFCE-8C5D-DC4D-4792772F499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701194"/>
            <a:ext cx="3108960" cy="81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5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dark blue">
    <p:bg>
      <p:bgPr>
        <a:solidFill>
          <a:srgbClr val="001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9482034"/>
              </p:ext>
            </p:extLst>
          </p:nvPr>
        </p:nvGraphicFramePr>
        <p:xfrm>
          <a:off x="1589" y="2257"/>
          <a:ext cx="1588" cy="2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2257"/>
                        <a:ext cx="1588" cy="2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225435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683DEB3E-7F85-179F-44C9-A5EF66E3060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73040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5C7F54A-F913-36F3-2F31-734BCB4E15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6336702"/>
            <a:ext cx="310896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F9C8156-A911-51E4-C6BC-A3CEFA732A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6070509"/>
            <a:ext cx="310896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C4D7B7A-CA4A-233C-C20B-00C100B44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5804316"/>
            <a:ext cx="3108960" cy="25970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E874D61-3A86-BE22-8DE1-7D0B805C6F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921638"/>
            <a:ext cx="3108960" cy="188810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1EBC91-9963-A82F-09DB-9FD3761D75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2506114"/>
            <a:ext cx="3108960" cy="2597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2" name="Picture 1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3B491AB6-7AFB-564D-92F4-42298A0191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701194"/>
            <a:ext cx="3108960" cy="81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7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4D4ADBDF-40DC-0727-7500-3CB2AD52979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572000" y="0"/>
            <a:ext cx="4572000" cy="7304088"/>
          </a:xfrm>
          <a:custGeom>
            <a:avLst/>
            <a:gdLst>
              <a:gd name="connsiteX0" fmla="*/ 4290930 w 4572000"/>
              <a:gd name="connsiteY0" fmla="*/ 4918662 h 5143500"/>
              <a:gd name="connsiteX1" fmla="*/ 4290937 w 4572000"/>
              <a:gd name="connsiteY1" fmla="*/ 4918670 h 5143500"/>
              <a:gd name="connsiteX2" fmla="*/ 4290930 w 4572000"/>
              <a:gd name="connsiteY2" fmla="*/ 4918680 h 5143500"/>
              <a:gd name="connsiteX3" fmla="*/ 4185882 w 4572000"/>
              <a:gd name="connsiteY3" fmla="*/ 4908682 h 5143500"/>
              <a:gd name="connsiteX4" fmla="*/ 4211191 w 4572000"/>
              <a:gd name="connsiteY4" fmla="*/ 4931060 h 5143500"/>
              <a:gd name="connsiteX5" fmla="*/ 4185882 w 4572000"/>
              <a:gd name="connsiteY5" fmla="*/ 4955819 h 5143500"/>
              <a:gd name="connsiteX6" fmla="*/ 4180150 w 4572000"/>
              <a:gd name="connsiteY6" fmla="*/ 4955819 h 5143500"/>
              <a:gd name="connsiteX7" fmla="*/ 4180150 w 4572000"/>
              <a:gd name="connsiteY7" fmla="*/ 4908800 h 5143500"/>
              <a:gd name="connsiteX8" fmla="*/ 4185882 w 4572000"/>
              <a:gd name="connsiteY8" fmla="*/ 4908682 h 5143500"/>
              <a:gd name="connsiteX9" fmla="*/ 3737514 w 4572000"/>
              <a:gd name="connsiteY9" fmla="*/ 4908682 h 5143500"/>
              <a:gd name="connsiteX10" fmla="*/ 3762824 w 4572000"/>
              <a:gd name="connsiteY10" fmla="*/ 4931060 h 5143500"/>
              <a:gd name="connsiteX11" fmla="*/ 3737514 w 4572000"/>
              <a:gd name="connsiteY11" fmla="*/ 4955819 h 5143500"/>
              <a:gd name="connsiteX12" fmla="*/ 3731782 w 4572000"/>
              <a:gd name="connsiteY12" fmla="*/ 4955819 h 5143500"/>
              <a:gd name="connsiteX13" fmla="*/ 3731782 w 4572000"/>
              <a:gd name="connsiteY13" fmla="*/ 4908800 h 5143500"/>
              <a:gd name="connsiteX14" fmla="*/ 3737514 w 4572000"/>
              <a:gd name="connsiteY14" fmla="*/ 4908682 h 5143500"/>
              <a:gd name="connsiteX15" fmla="*/ 4084176 w 4572000"/>
              <a:gd name="connsiteY15" fmla="*/ 4889642 h 5143500"/>
              <a:gd name="connsiteX16" fmla="*/ 4084176 w 4572000"/>
              <a:gd name="connsiteY16" fmla="*/ 5003422 h 5143500"/>
              <a:gd name="connsiteX17" fmla="*/ 4119036 w 4572000"/>
              <a:gd name="connsiteY17" fmla="*/ 5003422 h 5143500"/>
              <a:gd name="connsiteX18" fmla="*/ 4119036 w 4572000"/>
              <a:gd name="connsiteY18" fmla="*/ 4889642 h 5143500"/>
              <a:gd name="connsiteX19" fmla="*/ 4003476 w 4572000"/>
              <a:gd name="connsiteY19" fmla="*/ 4889642 h 5143500"/>
              <a:gd name="connsiteX20" fmla="*/ 4003476 w 4572000"/>
              <a:gd name="connsiteY20" fmla="*/ 5003422 h 5143500"/>
              <a:gd name="connsiteX21" fmla="*/ 4066503 w 4572000"/>
              <a:gd name="connsiteY21" fmla="*/ 5003422 h 5143500"/>
              <a:gd name="connsiteX22" fmla="*/ 4071759 w 4572000"/>
              <a:gd name="connsiteY22" fmla="*/ 4980570 h 5143500"/>
              <a:gd name="connsiteX23" fmla="*/ 4038337 w 4572000"/>
              <a:gd name="connsiteY23" fmla="*/ 4980570 h 5143500"/>
              <a:gd name="connsiteX24" fmla="*/ 4038337 w 4572000"/>
              <a:gd name="connsiteY24" fmla="*/ 4889642 h 5143500"/>
              <a:gd name="connsiteX25" fmla="*/ 3942839 w 4572000"/>
              <a:gd name="connsiteY25" fmla="*/ 4889642 h 5143500"/>
              <a:gd name="connsiteX26" fmla="*/ 3942839 w 4572000"/>
              <a:gd name="connsiteY26" fmla="*/ 5003422 h 5143500"/>
              <a:gd name="connsiteX27" fmla="*/ 3977700 w 4572000"/>
              <a:gd name="connsiteY27" fmla="*/ 5003422 h 5143500"/>
              <a:gd name="connsiteX28" fmla="*/ 3977700 w 4572000"/>
              <a:gd name="connsiteY28" fmla="*/ 4889642 h 5143500"/>
              <a:gd name="connsiteX29" fmla="*/ 3811044 w 4572000"/>
              <a:gd name="connsiteY29" fmla="*/ 4889642 h 5143500"/>
              <a:gd name="connsiteX30" fmla="*/ 3811044 w 4572000"/>
              <a:gd name="connsiteY30" fmla="*/ 5003422 h 5143500"/>
              <a:gd name="connsiteX31" fmla="*/ 3845905 w 4572000"/>
              <a:gd name="connsiteY31" fmla="*/ 5003422 h 5143500"/>
              <a:gd name="connsiteX32" fmla="*/ 3845905 w 4572000"/>
              <a:gd name="connsiteY32" fmla="*/ 4958675 h 5143500"/>
              <a:gd name="connsiteX33" fmla="*/ 3882193 w 4572000"/>
              <a:gd name="connsiteY33" fmla="*/ 4958675 h 5143500"/>
              <a:gd name="connsiteX34" fmla="*/ 3882193 w 4572000"/>
              <a:gd name="connsiteY34" fmla="*/ 5003422 h 5143500"/>
              <a:gd name="connsiteX35" fmla="*/ 3917054 w 4572000"/>
              <a:gd name="connsiteY35" fmla="*/ 5003422 h 5143500"/>
              <a:gd name="connsiteX36" fmla="*/ 3917054 w 4572000"/>
              <a:gd name="connsiteY36" fmla="*/ 4889642 h 5143500"/>
              <a:gd name="connsiteX37" fmla="*/ 3882193 w 4572000"/>
              <a:gd name="connsiteY37" fmla="*/ 4889642 h 5143500"/>
              <a:gd name="connsiteX38" fmla="*/ 3882193 w 4572000"/>
              <a:gd name="connsiteY38" fmla="*/ 4934873 h 5143500"/>
              <a:gd name="connsiteX39" fmla="*/ 3845905 w 4572000"/>
              <a:gd name="connsiteY39" fmla="*/ 4934873 h 5143500"/>
              <a:gd name="connsiteX40" fmla="*/ 3845905 w 4572000"/>
              <a:gd name="connsiteY40" fmla="*/ 4889642 h 5143500"/>
              <a:gd name="connsiteX41" fmla="*/ 4187786 w 4572000"/>
              <a:gd name="connsiteY41" fmla="*/ 4887261 h 5143500"/>
              <a:gd name="connsiteX42" fmla="*/ 4145289 w 4572000"/>
              <a:gd name="connsiteY42" fmla="*/ 4889642 h 5143500"/>
              <a:gd name="connsiteX43" fmla="*/ 4145289 w 4572000"/>
              <a:gd name="connsiteY43" fmla="*/ 5003422 h 5143500"/>
              <a:gd name="connsiteX44" fmla="*/ 4180150 w 4572000"/>
              <a:gd name="connsiteY44" fmla="*/ 5003422 h 5143500"/>
              <a:gd name="connsiteX45" fmla="*/ 4180150 w 4572000"/>
              <a:gd name="connsiteY45" fmla="*/ 4976282 h 5143500"/>
              <a:gd name="connsiteX46" fmla="*/ 4192566 w 4572000"/>
              <a:gd name="connsiteY46" fmla="*/ 4976282 h 5143500"/>
              <a:gd name="connsiteX47" fmla="*/ 4192566 w 4572000"/>
              <a:gd name="connsiteY47" fmla="*/ 4976291 h 5143500"/>
              <a:gd name="connsiteX48" fmla="*/ 4245567 w 4572000"/>
              <a:gd name="connsiteY48" fmla="*/ 4930586 h 5143500"/>
              <a:gd name="connsiteX49" fmla="*/ 4187786 w 4572000"/>
              <a:gd name="connsiteY49" fmla="*/ 4887261 h 5143500"/>
              <a:gd name="connsiteX50" fmla="*/ 3739428 w 4572000"/>
              <a:gd name="connsiteY50" fmla="*/ 4887261 h 5143500"/>
              <a:gd name="connsiteX51" fmla="*/ 3696931 w 4572000"/>
              <a:gd name="connsiteY51" fmla="*/ 4889642 h 5143500"/>
              <a:gd name="connsiteX52" fmla="*/ 3696931 w 4572000"/>
              <a:gd name="connsiteY52" fmla="*/ 5003422 h 5143500"/>
              <a:gd name="connsiteX53" fmla="*/ 3731791 w 4572000"/>
              <a:gd name="connsiteY53" fmla="*/ 5003422 h 5143500"/>
              <a:gd name="connsiteX54" fmla="*/ 3731791 w 4572000"/>
              <a:gd name="connsiteY54" fmla="*/ 4976282 h 5143500"/>
              <a:gd name="connsiteX55" fmla="*/ 3744208 w 4572000"/>
              <a:gd name="connsiteY55" fmla="*/ 4976282 h 5143500"/>
              <a:gd name="connsiteX56" fmla="*/ 3744199 w 4572000"/>
              <a:gd name="connsiteY56" fmla="*/ 4976291 h 5143500"/>
              <a:gd name="connsiteX57" fmla="*/ 3797199 w 4572000"/>
              <a:gd name="connsiteY57" fmla="*/ 4930586 h 5143500"/>
              <a:gd name="connsiteX58" fmla="*/ 3739428 w 4572000"/>
              <a:gd name="connsiteY58" fmla="*/ 4887261 h 5143500"/>
              <a:gd name="connsiteX59" fmla="*/ 4303337 w 4572000"/>
              <a:gd name="connsiteY59" fmla="*/ 4887252 h 5143500"/>
              <a:gd name="connsiteX60" fmla="*/ 4256069 w 4572000"/>
              <a:gd name="connsiteY60" fmla="*/ 4921527 h 5143500"/>
              <a:gd name="connsiteX61" fmla="*/ 4310507 w 4572000"/>
              <a:gd name="connsiteY61" fmla="*/ 4971994 h 5143500"/>
              <a:gd name="connsiteX62" fmla="*/ 4292367 w 4572000"/>
              <a:gd name="connsiteY62" fmla="*/ 4982942 h 5143500"/>
              <a:gd name="connsiteX63" fmla="*/ 4252736 w 4572000"/>
              <a:gd name="connsiteY63" fmla="*/ 4973892 h 5143500"/>
              <a:gd name="connsiteX64" fmla="*/ 4256555 w 4572000"/>
              <a:gd name="connsiteY64" fmla="*/ 5000074 h 5143500"/>
              <a:gd name="connsiteX65" fmla="*/ 4292844 w 4572000"/>
              <a:gd name="connsiteY65" fmla="*/ 5005785 h 5143500"/>
              <a:gd name="connsiteX66" fmla="*/ 4345844 w 4572000"/>
              <a:gd name="connsiteY66" fmla="*/ 4967697 h 5143500"/>
              <a:gd name="connsiteX67" fmla="*/ 4299510 w 4572000"/>
              <a:gd name="connsiteY67" fmla="*/ 4928600 h 5143500"/>
              <a:gd name="connsiteX68" fmla="*/ 4290937 w 4572000"/>
              <a:gd name="connsiteY68" fmla="*/ 4918670 h 5143500"/>
              <a:gd name="connsiteX69" fmla="*/ 4295287 w 4572000"/>
              <a:gd name="connsiteY69" fmla="*/ 4911836 h 5143500"/>
              <a:gd name="connsiteX70" fmla="*/ 4307165 w 4572000"/>
              <a:gd name="connsiteY70" fmla="*/ 4909630 h 5143500"/>
              <a:gd name="connsiteX71" fmla="*/ 4338198 w 4572000"/>
              <a:gd name="connsiteY71" fmla="*/ 4915341 h 5143500"/>
              <a:gd name="connsiteX72" fmla="*/ 4335332 w 4572000"/>
              <a:gd name="connsiteY72" fmla="*/ 4890582 h 5143500"/>
              <a:gd name="connsiteX73" fmla="*/ 4303337 w 4572000"/>
              <a:gd name="connsiteY73" fmla="*/ 4887252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572000" h="5143500">
                <a:moveTo>
                  <a:pt x="4290930" y="4918662"/>
                </a:moveTo>
                <a:lnTo>
                  <a:pt x="4290937" y="4918670"/>
                </a:lnTo>
                <a:lnTo>
                  <a:pt x="4290930" y="4918680"/>
                </a:lnTo>
                <a:close/>
                <a:moveTo>
                  <a:pt x="4185882" y="4908682"/>
                </a:moveTo>
                <a:cubicBezTo>
                  <a:pt x="4203069" y="4908682"/>
                  <a:pt x="4211191" y="4916774"/>
                  <a:pt x="4211191" y="4931060"/>
                </a:cubicBezTo>
                <a:cubicBezTo>
                  <a:pt x="4211191" y="4945821"/>
                  <a:pt x="4204031" y="4955819"/>
                  <a:pt x="4185882" y="4955819"/>
                </a:cubicBezTo>
                <a:lnTo>
                  <a:pt x="4180150" y="4955819"/>
                </a:lnTo>
                <a:lnTo>
                  <a:pt x="4180150" y="4908800"/>
                </a:lnTo>
                <a:cubicBezTo>
                  <a:pt x="4182173" y="4908682"/>
                  <a:pt x="4184087" y="4908682"/>
                  <a:pt x="4185882" y="4908682"/>
                </a:cubicBezTo>
                <a:close/>
                <a:moveTo>
                  <a:pt x="3737514" y="4908682"/>
                </a:moveTo>
                <a:cubicBezTo>
                  <a:pt x="3754702" y="4908682"/>
                  <a:pt x="3762824" y="4916774"/>
                  <a:pt x="3762824" y="4931060"/>
                </a:cubicBezTo>
                <a:cubicBezTo>
                  <a:pt x="3762824" y="4945821"/>
                  <a:pt x="3755663" y="4955819"/>
                  <a:pt x="3737514" y="4955819"/>
                </a:cubicBezTo>
                <a:lnTo>
                  <a:pt x="3731782" y="4955819"/>
                </a:lnTo>
                <a:lnTo>
                  <a:pt x="3731782" y="4908800"/>
                </a:lnTo>
                <a:cubicBezTo>
                  <a:pt x="3733815" y="4908682"/>
                  <a:pt x="3735720" y="4908682"/>
                  <a:pt x="3737514" y="4908682"/>
                </a:cubicBezTo>
                <a:close/>
                <a:moveTo>
                  <a:pt x="4084176" y="4889642"/>
                </a:moveTo>
                <a:lnTo>
                  <a:pt x="4084176" y="5003422"/>
                </a:lnTo>
                <a:lnTo>
                  <a:pt x="4119036" y="5003422"/>
                </a:lnTo>
                <a:lnTo>
                  <a:pt x="4119036" y="4889642"/>
                </a:lnTo>
                <a:close/>
                <a:moveTo>
                  <a:pt x="4003476" y="4889642"/>
                </a:moveTo>
                <a:lnTo>
                  <a:pt x="4003476" y="5003422"/>
                </a:lnTo>
                <a:lnTo>
                  <a:pt x="4066503" y="5003422"/>
                </a:lnTo>
                <a:lnTo>
                  <a:pt x="4071759" y="4980570"/>
                </a:lnTo>
                <a:lnTo>
                  <a:pt x="4038337" y="4980570"/>
                </a:lnTo>
                <a:lnTo>
                  <a:pt x="4038337" y="4889642"/>
                </a:lnTo>
                <a:close/>
                <a:moveTo>
                  <a:pt x="3942839" y="4889642"/>
                </a:moveTo>
                <a:lnTo>
                  <a:pt x="3942839" y="5003422"/>
                </a:lnTo>
                <a:lnTo>
                  <a:pt x="3977700" y="5003422"/>
                </a:lnTo>
                <a:lnTo>
                  <a:pt x="3977700" y="4889642"/>
                </a:lnTo>
                <a:close/>
                <a:moveTo>
                  <a:pt x="3811044" y="4889642"/>
                </a:moveTo>
                <a:lnTo>
                  <a:pt x="3811044" y="5003422"/>
                </a:lnTo>
                <a:lnTo>
                  <a:pt x="3845905" y="5003422"/>
                </a:lnTo>
                <a:lnTo>
                  <a:pt x="3845905" y="4958675"/>
                </a:lnTo>
                <a:lnTo>
                  <a:pt x="3882193" y="4958675"/>
                </a:lnTo>
                <a:lnTo>
                  <a:pt x="3882193" y="5003422"/>
                </a:lnTo>
                <a:lnTo>
                  <a:pt x="3917054" y="5003422"/>
                </a:lnTo>
                <a:lnTo>
                  <a:pt x="3917054" y="4889642"/>
                </a:lnTo>
                <a:lnTo>
                  <a:pt x="3882193" y="4889642"/>
                </a:lnTo>
                <a:lnTo>
                  <a:pt x="3882193" y="4934873"/>
                </a:lnTo>
                <a:lnTo>
                  <a:pt x="3845905" y="4934873"/>
                </a:lnTo>
                <a:lnTo>
                  <a:pt x="3845905" y="4889642"/>
                </a:lnTo>
                <a:close/>
                <a:moveTo>
                  <a:pt x="4187786" y="4887261"/>
                </a:moveTo>
                <a:cubicBezTo>
                  <a:pt x="4173941" y="4887261"/>
                  <a:pt x="4157230" y="4888210"/>
                  <a:pt x="4145289" y="4889642"/>
                </a:cubicBezTo>
                <a:lnTo>
                  <a:pt x="4145289" y="5003422"/>
                </a:lnTo>
                <a:lnTo>
                  <a:pt x="4180150" y="5003422"/>
                </a:lnTo>
                <a:lnTo>
                  <a:pt x="4180150" y="4976282"/>
                </a:lnTo>
                <a:lnTo>
                  <a:pt x="4192566" y="4976282"/>
                </a:lnTo>
                <a:lnTo>
                  <a:pt x="4192566" y="4976291"/>
                </a:lnTo>
                <a:cubicBezTo>
                  <a:pt x="4225037" y="4976291"/>
                  <a:pt x="4245567" y="4959633"/>
                  <a:pt x="4245567" y="4930586"/>
                </a:cubicBezTo>
                <a:cubicBezTo>
                  <a:pt x="4245567" y="4898692"/>
                  <a:pt x="4223599" y="4887261"/>
                  <a:pt x="4187786" y="4887261"/>
                </a:cubicBezTo>
                <a:close/>
                <a:moveTo>
                  <a:pt x="3739428" y="4887261"/>
                </a:moveTo>
                <a:cubicBezTo>
                  <a:pt x="3725583" y="4887261"/>
                  <a:pt x="3708872" y="4888210"/>
                  <a:pt x="3696931" y="4889642"/>
                </a:cubicBezTo>
                <a:lnTo>
                  <a:pt x="3696931" y="5003422"/>
                </a:lnTo>
                <a:lnTo>
                  <a:pt x="3731791" y="5003422"/>
                </a:lnTo>
                <a:lnTo>
                  <a:pt x="3731791" y="4976282"/>
                </a:lnTo>
                <a:lnTo>
                  <a:pt x="3744208" y="4976282"/>
                </a:lnTo>
                <a:lnTo>
                  <a:pt x="3744199" y="4976291"/>
                </a:lnTo>
                <a:cubicBezTo>
                  <a:pt x="3776669" y="4976291"/>
                  <a:pt x="3797199" y="4959633"/>
                  <a:pt x="3797199" y="4930586"/>
                </a:cubicBezTo>
                <a:cubicBezTo>
                  <a:pt x="3797208" y="4898683"/>
                  <a:pt x="3775241" y="4887261"/>
                  <a:pt x="3739428" y="4887261"/>
                </a:cubicBezTo>
                <a:close/>
                <a:moveTo>
                  <a:pt x="4303337" y="4887252"/>
                </a:moveTo>
                <a:cubicBezTo>
                  <a:pt x="4275162" y="4887252"/>
                  <a:pt x="4256069" y="4898318"/>
                  <a:pt x="4256069" y="4921527"/>
                </a:cubicBezTo>
                <a:cubicBezTo>
                  <a:pt x="4256069" y="4961521"/>
                  <a:pt x="4310507" y="4953429"/>
                  <a:pt x="4310507" y="4971994"/>
                </a:cubicBezTo>
                <a:cubicBezTo>
                  <a:pt x="4310507" y="4979137"/>
                  <a:pt x="4305251" y="4982942"/>
                  <a:pt x="4292367" y="4982942"/>
                </a:cubicBezTo>
                <a:cubicBezTo>
                  <a:pt x="4280903" y="4982942"/>
                  <a:pt x="4263239" y="4979137"/>
                  <a:pt x="4252736" y="4973892"/>
                </a:cubicBezTo>
                <a:lnTo>
                  <a:pt x="4256555" y="5000074"/>
                </a:lnTo>
                <a:cubicBezTo>
                  <a:pt x="4267058" y="5003888"/>
                  <a:pt x="4281388" y="5005785"/>
                  <a:pt x="4292844" y="5005785"/>
                </a:cubicBezTo>
                <a:cubicBezTo>
                  <a:pt x="4321972" y="5005785"/>
                  <a:pt x="4345844" y="4996261"/>
                  <a:pt x="4345844" y="4967697"/>
                </a:cubicBezTo>
                <a:cubicBezTo>
                  <a:pt x="4345844" y="4939131"/>
                  <a:pt x="4314955" y="4936008"/>
                  <a:pt x="4299510" y="4928600"/>
                </a:cubicBezTo>
                <a:lnTo>
                  <a:pt x="4290937" y="4918670"/>
                </a:lnTo>
                <a:lnTo>
                  <a:pt x="4295287" y="4911836"/>
                </a:lnTo>
                <a:cubicBezTo>
                  <a:pt x="4298093" y="4910346"/>
                  <a:pt x="4302152" y="4909630"/>
                  <a:pt x="4307165" y="4909630"/>
                </a:cubicBezTo>
                <a:cubicBezTo>
                  <a:pt x="4318144" y="4909630"/>
                  <a:pt x="4330085" y="4912011"/>
                  <a:pt x="4338198" y="4915341"/>
                </a:cubicBezTo>
                <a:lnTo>
                  <a:pt x="4335332" y="4890582"/>
                </a:lnTo>
                <a:cubicBezTo>
                  <a:pt x="4326257" y="4888675"/>
                  <a:pt x="4318144" y="4887252"/>
                  <a:pt x="4303337" y="4887252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876D54D5-622D-C8E4-CD5C-2D01FEA4B5B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6998939"/>
            <a:ext cx="3657600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0431AD5C-8671-9AFE-04DD-0F34103D9F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ABECB-BF56-1EC1-700B-6EE80491A78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2104" y="2611895"/>
            <a:ext cx="3657280" cy="4056468"/>
          </a:xfrm>
        </p:spPr>
        <p:txBody>
          <a:bodyPr/>
          <a:lstStyle>
            <a:lvl1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List item</a:t>
            </a:r>
          </a:p>
          <a:p>
            <a:pPr lvl="1"/>
            <a:r>
              <a:rPr lang="en-US" dirty="0"/>
              <a:t>List item</a:t>
            </a:r>
          </a:p>
          <a:p>
            <a:pPr lvl="2"/>
            <a:r>
              <a:rPr lang="en-US" dirty="0"/>
              <a:t>List item</a:t>
            </a:r>
          </a:p>
          <a:p>
            <a:pPr lvl="3"/>
            <a:r>
              <a:rPr lang="en-US" dirty="0"/>
              <a:t>List item</a:t>
            </a:r>
          </a:p>
          <a:p>
            <a:pPr lvl="4"/>
            <a:r>
              <a:rPr lang="en-US" dirty="0"/>
              <a:t>List item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55C4CE81-E728-AD2F-72F4-655C91D57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40" y="1383880"/>
            <a:ext cx="3657281" cy="1021219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BDF0FF"/>
                </a:solidFill>
              </a:defRPr>
            </a:lvl1pPr>
          </a:lstStyle>
          <a:p>
            <a:r>
              <a:rPr lang="en-US" dirty="0"/>
              <a:t>Type your headline here </a:t>
            </a:r>
            <a:br>
              <a:rPr lang="en-US" dirty="0"/>
            </a:br>
            <a:r>
              <a:rPr lang="en-US" dirty="0"/>
              <a:t>(ex: Agenda)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16CC379-2329-348A-A0BB-BF2305A004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2104" y="871132"/>
            <a:ext cx="2240280" cy="305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A61FA-8506-8BDE-75B7-56CF2CF1A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104" y="530968"/>
            <a:ext cx="2240280" cy="305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Meeting/Event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73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 (with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D78E995-A1DD-8545-84F0-DC4CDC5BD5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6998939"/>
            <a:ext cx="1620000" cy="12985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8B1C466-D200-4DC7-D0E2-B4A614BA5B2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6998939"/>
            <a:ext cx="914400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4F6A7D-29A9-865E-B1B3-84E34AE3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3142386"/>
            <a:ext cx="3179496" cy="1021219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87F682B3-AF4A-91C9-4759-8E607A1666A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73040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7A77D-5A68-FA54-71E2-62A93FDC6A7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6939999"/>
            <a:ext cx="649224" cy="16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46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 (with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E2DADD8-E1E5-2BC7-F70F-856D65BF749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6998939"/>
            <a:ext cx="914400" cy="1298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1BE682-E648-A30F-488B-DAEEA0E0C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3142386"/>
            <a:ext cx="3179496" cy="1021219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White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EFBEDBE-C1AF-5843-C168-0AC571738EF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73040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404327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 (with ima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879EF11-C66F-25CE-5EFB-6055ED7EC2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6998939"/>
            <a:ext cx="914400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DAD8C3-A9EB-9986-F97F-413372422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3142386"/>
            <a:ext cx="3179496" cy="1021219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Light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BE110ED-2D7D-D774-0B80-3F90D3F4E9A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73040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344936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 (with ima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483C4F6-50E7-6E1E-D4D2-96582662F3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6998939"/>
            <a:ext cx="1620000" cy="12985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6C58F87-A9BA-2FA1-B97C-0698020B515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6998939"/>
            <a:ext cx="914400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2425AB-1C29-0373-FC31-D4FB7C7122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31" y="3141438"/>
            <a:ext cx="3179496" cy="1021219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1BEA3FF-6101-A89B-8F65-C421806231B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73040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3089D-E461-0C57-2084-1F72CD158B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6939999"/>
            <a:ext cx="649224" cy="16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5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F0D7CB1-AD3C-2852-787D-8D22425C38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6998939"/>
            <a:ext cx="1620000" cy="12985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ADC6353-6048-E03A-3D77-9D075ACD8B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6998939"/>
            <a:ext cx="5486400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52B2FB9-5F5F-3AD4-6FA3-4B103FDE22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6469C53-2653-5C06-7E2F-CD7D6BC91B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2340861"/>
            <a:ext cx="8138161" cy="262237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09342E-45EF-3B14-6398-69B80ECAAF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534283"/>
            <a:ext cx="4069080" cy="2597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85F6C-EE6D-ED6D-18D0-4DE79C3908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6939999"/>
            <a:ext cx="649224" cy="16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1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6998939"/>
            <a:ext cx="5486400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70153C2-9411-C295-333A-E234FF87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2340861"/>
            <a:ext cx="8138160" cy="262237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White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5F79E5-E3CC-0F06-D2F0-AB9CC0AE2C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534283"/>
            <a:ext cx="4069080" cy="2597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269343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6998939"/>
            <a:ext cx="5486400" cy="1298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170887A-6431-1399-F5E5-FA3AD3099B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2340861"/>
            <a:ext cx="8138160" cy="262237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Light blue divider</a:t>
            </a:r>
            <a:endParaRPr lang="en-GB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239A8D7-86F6-5F8F-60A8-D347B9F18D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534283"/>
            <a:ext cx="4069080" cy="2597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117109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F4BC162-EBC9-AD4C-50FB-5AE54CFC38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6998939"/>
            <a:ext cx="1620000" cy="12985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>
          <a:xfrm>
            <a:off x="502919" y="6998939"/>
            <a:ext cx="5486400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14E7F6E-2B69-4BF8-B520-1CCC3F36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2340861"/>
            <a:ext cx="8138160" cy="262237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A37B65-E4B8-71F7-A78F-77B2D4E42B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534283"/>
            <a:ext cx="4069080" cy="2597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A3403-DB36-5459-127B-003E16CD7F5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6939999"/>
            <a:ext cx="649224" cy="16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0DD0C7-5AF6-1A37-ECF9-CC16DE9DD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6998939"/>
            <a:ext cx="1620000" cy="12985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5BC41EF-EEE9-1B6E-5F31-3E428C7719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6998939"/>
            <a:ext cx="5486400" cy="1298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D815C2-849B-D7BD-0DB7-A36C1FA4B7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6F285E-21D8-7DCC-C09A-8638AEC14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532388"/>
            <a:ext cx="8138160" cy="10212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3826F-0E15-8317-5ABF-92322521F27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6939999"/>
            <a:ext cx="649224" cy="16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00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6998939"/>
            <a:ext cx="5486400" cy="1298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B2A843-3D74-BE80-F9C6-089029FBBC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534287"/>
            <a:ext cx="8138160" cy="102121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366540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70542-4FDB-B324-ECE0-DE3F5DFAF1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6998939"/>
            <a:ext cx="5486400" cy="1298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CCC7D-4FA5-392C-1757-004F3007C8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D381BB-CD2F-C7BC-1AFA-2073F1739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534287"/>
            <a:ext cx="8138160" cy="102121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53714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101F003-E183-0112-A786-7AA9F6D0DE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6998939"/>
            <a:ext cx="1620000" cy="12985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B06B5-4F14-55FD-A5A0-3ED51EB4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919" y="6998939"/>
            <a:ext cx="5486400" cy="129850"/>
          </a:xfrm>
          <a:prstGeom prst="rect">
            <a:avLst/>
          </a:prstGeo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D042B-CFFA-A2E0-2A91-CEF83AE1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8A8DF2-CDA7-D81B-B404-AB351FB68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534287"/>
            <a:ext cx="8138160" cy="10212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76A43-B32F-C6BC-95CF-AF3D220BC5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6939999"/>
            <a:ext cx="649224" cy="16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43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1C77D-DDC8-3024-919F-538FECE1E6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2" y="1720069"/>
            <a:ext cx="8138160" cy="4948631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17A39C56-76E5-6D8E-D2AE-E974200C1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534287"/>
            <a:ext cx="8138160" cy="1021219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3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6998939"/>
            <a:ext cx="5486400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F116B89-87B5-8107-A5CD-141BB74225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0333" y="1720069"/>
            <a:ext cx="3823606" cy="49486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6E554A-6B73-15E4-3764-C5F8C8ADA4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720069"/>
            <a:ext cx="3823606" cy="49486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2AED31B2-8BB2-E9B2-06B3-96133C2A7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534287"/>
            <a:ext cx="8138160" cy="1021219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109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6998939"/>
            <a:ext cx="5486400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C1EB096-CDA0-FBC3-ACB0-B46F4AC10A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720069"/>
            <a:ext cx="2379602" cy="49486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E0B99A-29EB-A6B9-09B7-861A3D1249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77488" y="1720069"/>
            <a:ext cx="2379602" cy="49486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A75FF5-94F5-C44C-32B7-5EC624735A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720069"/>
            <a:ext cx="2379602" cy="49486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4967F1C9-9964-32B9-28CE-CDB003517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534287"/>
            <a:ext cx="8138160" cy="1021219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116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5D507BA-0817-31A1-44FE-891B1C7FA17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53180" y="0"/>
            <a:ext cx="5888736" cy="7304088"/>
          </a:xfrm>
          <a:custGeom>
            <a:avLst/>
            <a:gdLst>
              <a:gd name="connsiteX0" fmla="*/ 5609750 w 5890820"/>
              <a:gd name="connsiteY0" fmla="*/ 4918662 h 5143500"/>
              <a:gd name="connsiteX1" fmla="*/ 5609757 w 5890820"/>
              <a:gd name="connsiteY1" fmla="*/ 4918670 h 5143500"/>
              <a:gd name="connsiteX2" fmla="*/ 5609750 w 5890820"/>
              <a:gd name="connsiteY2" fmla="*/ 4918680 h 5143500"/>
              <a:gd name="connsiteX3" fmla="*/ 5504702 w 5890820"/>
              <a:gd name="connsiteY3" fmla="*/ 4908682 h 5143500"/>
              <a:gd name="connsiteX4" fmla="*/ 5530011 w 5890820"/>
              <a:gd name="connsiteY4" fmla="*/ 4931060 h 5143500"/>
              <a:gd name="connsiteX5" fmla="*/ 5504702 w 5890820"/>
              <a:gd name="connsiteY5" fmla="*/ 4955819 h 5143500"/>
              <a:gd name="connsiteX6" fmla="*/ 5498970 w 5890820"/>
              <a:gd name="connsiteY6" fmla="*/ 4955819 h 5143500"/>
              <a:gd name="connsiteX7" fmla="*/ 5498970 w 5890820"/>
              <a:gd name="connsiteY7" fmla="*/ 4908800 h 5143500"/>
              <a:gd name="connsiteX8" fmla="*/ 5504702 w 5890820"/>
              <a:gd name="connsiteY8" fmla="*/ 4908682 h 5143500"/>
              <a:gd name="connsiteX9" fmla="*/ 5056334 w 5890820"/>
              <a:gd name="connsiteY9" fmla="*/ 4908682 h 5143500"/>
              <a:gd name="connsiteX10" fmla="*/ 5081644 w 5890820"/>
              <a:gd name="connsiteY10" fmla="*/ 4931060 h 5143500"/>
              <a:gd name="connsiteX11" fmla="*/ 5056334 w 5890820"/>
              <a:gd name="connsiteY11" fmla="*/ 4955819 h 5143500"/>
              <a:gd name="connsiteX12" fmla="*/ 5050602 w 5890820"/>
              <a:gd name="connsiteY12" fmla="*/ 4955819 h 5143500"/>
              <a:gd name="connsiteX13" fmla="*/ 5050602 w 5890820"/>
              <a:gd name="connsiteY13" fmla="*/ 4908800 h 5143500"/>
              <a:gd name="connsiteX14" fmla="*/ 5056334 w 5890820"/>
              <a:gd name="connsiteY14" fmla="*/ 4908682 h 5143500"/>
              <a:gd name="connsiteX15" fmla="*/ 5402996 w 5890820"/>
              <a:gd name="connsiteY15" fmla="*/ 4889642 h 5143500"/>
              <a:gd name="connsiteX16" fmla="*/ 5402996 w 5890820"/>
              <a:gd name="connsiteY16" fmla="*/ 5003422 h 5143500"/>
              <a:gd name="connsiteX17" fmla="*/ 5437856 w 5890820"/>
              <a:gd name="connsiteY17" fmla="*/ 5003422 h 5143500"/>
              <a:gd name="connsiteX18" fmla="*/ 5437856 w 5890820"/>
              <a:gd name="connsiteY18" fmla="*/ 4889642 h 5143500"/>
              <a:gd name="connsiteX19" fmla="*/ 5322296 w 5890820"/>
              <a:gd name="connsiteY19" fmla="*/ 4889642 h 5143500"/>
              <a:gd name="connsiteX20" fmla="*/ 5322296 w 5890820"/>
              <a:gd name="connsiteY20" fmla="*/ 5003422 h 5143500"/>
              <a:gd name="connsiteX21" fmla="*/ 5385323 w 5890820"/>
              <a:gd name="connsiteY21" fmla="*/ 5003422 h 5143500"/>
              <a:gd name="connsiteX22" fmla="*/ 5390579 w 5890820"/>
              <a:gd name="connsiteY22" fmla="*/ 4980570 h 5143500"/>
              <a:gd name="connsiteX23" fmla="*/ 5357157 w 5890820"/>
              <a:gd name="connsiteY23" fmla="*/ 4980570 h 5143500"/>
              <a:gd name="connsiteX24" fmla="*/ 5357157 w 5890820"/>
              <a:gd name="connsiteY24" fmla="*/ 4889642 h 5143500"/>
              <a:gd name="connsiteX25" fmla="*/ 5261659 w 5890820"/>
              <a:gd name="connsiteY25" fmla="*/ 4889642 h 5143500"/>
              <a:gd name="connsiteX26" fmla="*/ 5261659 w 5890820"/>
              <a:gd name="connsiteY26" fmla="*/ 5003422 h 5143500"/>
              <a:gd name="connsiteX27" fmla="*/ 5296520 w 5890820"/>
              <a:gd name="connsiteY27" fmla="*/ 5003422 h 5143500"/>
              <a:gd name="connsiteX28" fmla="*/ 5296520 w 5890820"/>
              <a:gd name="connsiteY28" fmla="*/ 4889642 h 5143500"/>
              <a:gd name="connsiteX29" fmla="*/ 5129864 w 5890820"/>
              <a:gd name="connsiteY29" fmla="*/ 4889642 h 5143500"/>
              <a:gd name="connsiteX30" fmla="*/ 5129864 w 5890820"/>
              <a:gd name="connsiteY30" fmla="*/ 5003422 h 5143500"/>
              <a:gd name="connsiteX31" fmla="*/ 5164725 w 5890820"/>
              <a:gd name="connsiteY31" fmla="*/ 5003422 h 5143500"/>
              <a:gd name="connsiteX32" fmla="*/ 5164725 w 5890820"/>
              <a:gd name="connsiteY32" fmla="*/ 4958675 h 5143500"/>
              <a:gd name="connsiteX33" fmla="*/ 5201013 w 5890820"/>
              <a:gd name="connsiteY33" fmla="*/ 4958675 h 5143500"/>
              <a:gd name="connsiteX34" fmla="*/ 5201013 w 5890820"/>
              <a:gd name="connsiteY34" fmla="*/ 5003422 h 5143500"/>
              <a:gd name="connsiteX35" fmla="*/ 5235874 w 5890820"/>
              <a:gd name="connsiteY35" fmla="*/ 5003422 h 5143500"/>
              <a:gd name="connsiteX36" fmla="*/ 5235874 w 5890820"/>
              <a:gd name="connsiteY36" fmla="*/ 4889642 h 5143500"/>
              <a:gd name="connsiteX37" fmla="*/ 5201013 w 5890820"/>
              <a:gd name="connsiteY37" fmla="*/ 4889642 h 5143500"/>
              <a:gd name="connsiteX38" fmla="*/ 5201013 w 5890820"/>
              <a:gd name="connsiteY38" fmla="*/ 4934873 h 5143500"/>
              <a:gd name="connsiteX39" fmla="*/ 5164725 w 5890820"/>
              <a:gd name="connsiteY39" fmla="*/ 4934873 h 5143500"/>
              <a:gd name="connsiteX40" fmla="*/ 5164725 w 5890820"/>
              <a:gd name="connsiteY40" fmla="*/ 4889642 h 5143500"/>
              <a:gd name="connsiteX41" fmla="*/ 5506606 w 5890820"/>
              <a:gd name="connsiteY41" fmla="*/ 4887261 h 5143500"/>
              <a:gd name="connsiteX42" fmla="*/ 5464109 w 5890820"/>
              <a:gd name="connsiteY42" fmla="*/ 4889642 h 5143500"/>
              <a:gd name="connsiteX43" fmla="*/ 5464109 w 5890820"/>
              <a:gd name="connsiteY43" fmla="*/ 5003422 h 5143500"/>
              <a:gd name="connsiteX44" fmla="*/ 5498970 w 5890820"/>
              <a:gd name="connsiteY44" fmla="*/ 5003422 h 5143500"/>
              <a:gd name="connsiteX45" fmla="*/ 5498970 w 5890820"/>
              <a:gd name="connsiteY45" fmla="*/ 4976282 h 5143500"/>
              <a:gd name="connsiteX46" fmla="*/ 5511386 w 5890820"/>
              <a:gd name="connsiteY46" fmla="*/ 4976282 h 5143500"/>
              <a:gd name="connsiteX47" fmla="*/ 5511386 w 5890820"/>
              <a:gd name="connsiteY47" fmla="*/ 4976291 h 5143500"/>
              <a:gd name="connsiteX48" fmla="*/ 5564387 w 5890820"/>
              <a:gd name="connsiteY48" fmla="*/ 4930586 h 5143500"/>
              <a:gd name="connsiteX49" fmla="*/ 5506606 w 5890820"/>
              <a:gd name="connsiteY49" fmla="*/ 4887261 h 5143500"/>
              <a:gd name="connsiteX50" fmla="*/ 5058248 w 5890820"/>
              <a:gd name="connsiteY50" fmla="*/ 4887261 h 5143500"/>
              <a:gd name="connsiteX51" fmla="*/ 5015751 w 5890820"/>
              <a:gd name="connsiteY51" fmla="*/ 4889642 h 5143500"/>
              <a:gd name="connsiteX52" fmla="*/ 5015751 w 5890820"/>
              <a:gd name="connsiteY52" fmla="*/ 5003422 h 5143500"/>
              <a:gd name="connsiteX53" fmla="*/ 5050611 w 5890820"/>
              <a:gd name="connsiteY53" fmla="*/ 5003422 h 5143500"/>
              <a:gd name="connsiteX54" fmla="*/ 5050611 w 5890820"/>
              <a:gd name="connsiteY54" fmla="*/ 4976282 h 5143500"/>
              <a:gd name="connsiteX55" fmla="*/ 5063028 w 5890820"/>
              <a:gd name="connsiteY55" fmla="*/ 4976282 h 5143500"/>
              <a:gd name="connsiteX56" fmla="*/ 5063019 w 5890820"/>
              <a:gd name="connsiteY56" fmla="*/ 4976291 h 5143500"/>
              <a:gd name="connsiteX57" fmla="*/ 5116019 w 5890820"/>
              <a:gd name="connsiteY57" fmla="*/ 4930586 h 5143500"/>
              <a:gd name="connsiteX58" fmla="*/ 5058248 w 5890820"/>
              <a:gd name="connsiteY58" fmla="*/ 4887261 h 5143500"/>
              <a:gd name="connsiteX59" fmla="*/ 5622157 w 5890820"/>
              <a:gd name="connsiteY59" fmla="*/ 4887252 h 5143500"/>
              <a:gd name="connsiteX60" fmla="*/ 5574889 w 5890820"/>
              <a:gd name="connsiteY60" fmla="*/ 4921527 h 5143500"/>
              <a:gd name="connsiteX61" fmla="*/ 5629327 w 5890820"/>
              <a:gd name="connsiteY61" fmla="*/ 4971994 h 5143500"/>
              <a:gd name="connsiteX62" fmla="*/ 5611187 w 5890820"/>
              <a:gd name="connsiteY62" fmla="*/ 4982942 h 5143500"/>
              <a:gd name="connsiteX63" fmla="*/ 5571556 w 5890820"/>
              <a:gd name="connsiteY63" fmla="*/ 4973892 h 5143500"/>
              <a:gd name="connsiteX64" fmla="*/ 5575375 w 5890820"/>
              <a:gd name="connsiteY64" fmla="*/ 5000074 h 5143500"/>
              <a:gd name="connsiteX65" fmla="*/ 5611664 w 5890820"/>
              <a:gd name="connsiteY65" fmla="*/ 5005785 h 5143500"/>
              <a:gd name="connsiteX66" fmla="*/ 5664664 w 5890820"/>
              <a:gd name="connsiteY66" fmla="*/ 4967697 h 5143500"/>
              <a:gd name="connsiteX67" fmla="*/ 5618330 w 5890820"/>
              <a:gd name="connsiteY67" fmla="*/ 4928600 h 5143500"/>
              <a:gd name="connsiteX68" fmla="*/ 5609757 w 5890820"/>
              <a:gd name="connsiteY68" fmla="*/ 4918670 h 5143500"/>
              <a:gd name="connsiteX69" fmla="*/ 5614107 w 5890820"/>
              <a:gd name="connsiteY69" fmla="*/ 4911836 h 5143500"/>
              <a:gd name="connsiteX70" fmla="*/ 5625985 w 5890820"/>
              <a:gd name="connsiteY70" fmla="*/ 4909630 h 5143500"/>
              <a:gd name="connsiteX71" fmla="*/ 5657018 w 5890820"/>
              <a:gd name="connsiteY71" fmla="*/ 4915341 h 5143500"/>
              <a:gd name="connsiteX72" fmla="*/ 5654152 w 5890820"/>
              <a:gd name="connsiteY72" fmla="*/ 4890582 h 5143500"/>
              <a:gd name="connsiteX73" fmla="*/ 5622157 w 5890820"/>
              <a:gd name="connsiteY73" fmla="*/ 4887252 h 5143500"/>
              <a:gd name="connsiteX74" fmla="*/ 0 w 5890820"/>
              <a:gd name="connsiteY74" fmla="*/ 0 h 5143500"/>
              <a:gd name="connsiteX75" fmla="*/ 5890820 w 5890820"/>
              <a:gd name="connsiteY75" fmla="*/ 0 h 5143500"/>
              <a:gd name="connsiteX76" fmla="*/ 5890820 w 5890820"/>
              <a:gd name="connsiteY76" fmla="*/ 5143500 h 5143500"/>
              <a:gd name="connsiteX77" fmla="*/ 0 w 589082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890820" h="5143500">
                <a:moveTo>
                  <a:pt x="5609750" y="4918662"/>
                </a:moveTo>
                <a:lnTo>
                  <a:pt x="5609757" y="4918670"/>
                </a:lnTo>
                <a:lnTo>
                  <a:pt x="5609750" y="4918680"/>
                </a:lnTo>
                <a:close/>
                <a:moveTo>
                  <a:pt x="5504702" y="4908682"/>
                </a:moveTo>
                <a:cubicBezTo>
                  <a:pt x="5521889" y="4908682"/>
                  <a:pt x="5530011" y="4916774"/>
                  <a:pt x="5530011" y="4931060"/>
                </a:cubicBezTo>
                <a:cubicBezTo>
                  <a:pt x="5530011" y="4945821"/>
                  <a:pt x="5522851" y="4955819"/>
                  <a:pt x="5504702" y="4955819"/>
                </a:cubicBezTo>
                <a:lnTo>
                  <a:pt x="5498970" y="4955819"/>
                </a:lnTo>
                <a:lnTo>
                  <a:pt x="5498970" y="4908800"/>
                </a:lnTo>
                <a:cubicBezTo>
                  <a:pt x="5500993" y="4908682"/>
                  <a:pt x="5502907" y="4908682"/>
                  <a:pt x="5504702" y="4908682"/>
                </a:cubicBezTo>
                <a:close/>
                <a:moveTo>
                  <a:pt x="5056334" y="4908682"/>
                </a:moveTo>
                <a:cubicBezTo>
                  <a:pt x="5073522" y="4908682"/>
                  <a:pt x="5081644" y="4916774"/>
                  <a:pt x="5081644" y="4931060"/>
                </a:cubicBezTo>
                <a:cubicBezTo>
                  <a:pt x="5081644" y="4945821"/>
                  <a:pt x="5074483" y="4955819"/>
                  <a:pt x="5056334" y="4955819"/>
                </a:cubicBezTo>
                <a:lnTo>
                  <a:pt x="5050602" y="4955819"/>
                </a:lnTo>
                <a:lnTo>
                  <a:pt x="5050602" y="4908800"/>
                </a:lnTo>
                <a:cubicBezTo>
                  <a:pt x="5052635" y="4908682"/>
                  <a:pt x="5054540" y="4908682"/>
                  <a:pt x="5056334" y="4908682"/>
                </a:cubicBezTo>
                <a:close/>
                <a:moveTo>
                  <a:pt x="5402996" y="4889642"/>
                </a:moveTo>
                <a:lnTo>
                  <a:pt x="5402996" y="5003422"/>
                </a:lnTo>
                <a:lnTo>
                  <a:pt x="5437856" y="5003422"/>
                </a:lnTo>
                <a:lnTo>
                  <a:pt x="5437856" y="4889642"/>
                </a:lnTo>
                <a:close/>
                <a:moveTo>
                  <a:pt x="5322296" y="4889642"/>
                </a:moveTo>
                <a:lnTo>
                  <a:pt x="5322296" y="5003422"/>
                </a:lnTo>
                <a:lnTo>
                  <a:pt x="5385323" y="5003422"/>
                </a:lnTo>
                <a:lnTo>
                  <a:pt x="5390579" y="4980570"/>
                </a:lnTo>
                <a:lnTo>
                  <a:pt x="5357157" y="4980570"/>
                </a:lnTo>
                <a:lnTo>
                  <a:pt x="5357157" y="4889642"/>
                </a:lnTo>
                <a:close/>
                <a:moveTo>
                  <a:pt x="5261659" y="4889642"/>
                </a:moveTo>
                <a:lnTo>
                  <a:pt x="5261659" y="5003422"/>
                </a:lnTo>
                <a:lnTo>
                  <a:pt x="5296520" y="5003422"/>
                </a:lnTo>
                <a:lnTo>
                  <a:pt x="5296520" y="4889642"/>
                </a:lnTo>
                <a:close/>
                <a:moveTo>
                  <a:pt x="5129864" y="4889642"/>
                </a:moveTo>
                <a:lnTo>
                  <a:pt x="5129864" y="5003422"/>
                </a:lnTo>
                <a:lnTo>
                  <a:pt x="5164725" y="5003422"/>
                </a:lnTo>
                <a:lnTo>
                  <a:pt x="5164725" y="4958675"/>
                </a:lnTo>
                <a:lnTo>
                  <a:pt x="5201013" y="4958675"/>
                </a:lnTo>
                <a:lnTo>
                  <a:pt x="5201013" y="5003422"/>
                </a:lnTo>
                <a:lnTo>
                  <a:pt x="5235874" y="5003422"/>
                </a:lnTo>
                <a:lnTo>
                  <a:pt x="5235874" y="4889642"/>
                </a:lnTo>
                <a:lnTo>
                  <a:pt x="5201013" y="4889642"/>
                </a:lnTo>
                <a:lnTo>
                  <a:pt x="5201013" y="4934873"/>
                </a:lnTo>
                <a:lnTo>
                  <a:pt x="5164725" y="4934873"/>
                </a:lnTo>
                <a:lnTo>
                  <a:pt x="5164725" y="4889642"/>
                </a:lnTo>
                <a:close/>
                <a:moveTo>
                  <a:pt x="5506606" y="4887261"/>
                </a:moveTo>
                <a:cubicBezTo>
                  <a:pt x="5492761" y="4887261"/>
                  <a:pt x="5476050" y="4888210"/>
                  <a:pt x="5464109" y="4889642"/>
                </a:cubicBezTo>
                <a:lnTo>
                  <a:pt x="5464109" y="5003422"/>
                </a:lnTo>
                <a:lnTo>
                  <a:pt x="5498970" y="5003422"/>
                </a:lnTo>
                <a:lnTo>
                  <a:pt x="5498970" y="4976282"/>
                </a:lnTo>
                <a:lnTo>
                  <a:pt x="5511386" y="4976282"/>
                </a:lnTo>
                <a:lnTo>
                  <a:pt x="5511386" y="4976291"/>
                </a:lnTo>
                <a:cubicBezTo>
                  <a:pt x="5543857" y="4976291"/>
                  <a:pt x="5564387" y="4959633"/>
                  <a:pt x="5564387" y="4930586"/>
                </a:cubicBezTo>
                <a:cubicBezTo>
                  <a:pt x="5564387" y="4898692"/>
                  <a:pt x="5542419" y="4887261"/>
                  <a:pt x="5506606" y="4887261"/>
                </a:cubicBezTo>
                <a:close/>
                <a:moveTo>
                  <a:pt x="5058248" y="4887261"/>
                </a:moveTo>
                <a:cubicBezTo>
                  <a:pt x="5044403" y="4887261"/>
                  <a:pt x="5027692" y="4888210"/>
                  <a:pt x="5015751" y="4889642"/>
                </a:cubicBezTo>
                <a:lnTo>
                  <a:pt x="5015751" y="5003422"/>
                </a:lnTo>
                <a:lnTo>
                  <a:pt x="5050611" y="5003422"/>
                </a:lnTo>
                <a:lnTo>
                  <a:pt x="5050611" y="4976282"/>
                </a:lnTo>
                <a:lnTo>
                  <a:pt x="5063028" y="4976282"/>
                </a:lnTo>
                <a:lnTo>
                  <a:pt x="5063019" y="4976291"/>
                </a:lnTo>
                <a:cubicBezTo>
                  <a:pt x="5095489" y="4976291"/>
                  <a:pt x="5116019" y="4959633"/>
                  <a:pt x="5116019" y="4930586"/>
                </a:cubicBezTo>
                <a:cubicBezTo>
                  <a:pt x="5116028" y="4898683"/>
                  <a:pt x="5094061" y="4887261"/>
                  <a:pt x="5058248" y="4887261"/>
                </a:cubicBezTo>
                <a:close/>
                <a:moveTo>
                  <a:pt x="5622157" y="4887252"/>
                </a:moveTo>
                <a:cubicBezTo>
                  <a:pt x="5593982" y="4887252"/>
                  <a:pt x="5574889" y="4898318"/>
                  <a:pt x="5574889" y="4921527"/>
                </a:cubicBezTo>
                <a:cubicBezTo>
                  <a:pt x="5574889" y="4961521"/>
                  <a:pt x="5629327" y="4953429"/>
                  <a:pt x="5629327" y="4971994"/>
                </a:cubicBezTo>
                <a:cubicBezTo>
                  <a:pt x="5629327" y="4979137"/>
                  <a:pt x="5624071" y="4982942"/>
                  <a:pt x="5611187" y="4982942"/>
                </a:cubicBezTo>
                <a:cubicBezTo>
                  <a:pt x="5599723" y="4982942"/>
                  <a:pt x="5582059" y="4979137"/>
                  <a:pt x="5571556" y="4973892"/>
                </a:cubicBezTo>
                <a:lnTo>
                  <a:pt x="5575375" y="5000074"/>
                </a:lnTo>
                <a:cubicBezTo>
                  <a:pt x="5585878" y="5003888"/>
                  <a:pt x="5600208" y="5005785"/>
                  <a:pt x="5611664" y="5005785"/>
                </a:cubicBezTo>
                <a:cubicBezTo>
                  <a:pt x="5640792" y="5005785"/>
                  <a:pt x="5664664" y="4996261"/>
                  <a:pt x="5664664" y="4967697"/>
                </a:cubicBezTo>
                <a:cubicBezTo>
                  <a:pt x="5664664" y="4939131"/>
                  <a:pt x="5633775" y="4936008"/>
                  <a:pt x="5618330" y="4928600"/>
                </a:cubicBezTo>
                <a:lnTo>
                  <a:pt x="5609757" y="4918670"/>
                </a:lnTo>
                <a:lnTo>
                  <a:pt x="5614107" y="4911836"/>
                </a:lnTo>
                <a:cubicBezTo>
                  <a:pt x="5616913" y="4910346"/>
                  <a:pt x="5620972" y="4909630"/>
                  <a:pt x="5625985" y="4909630"/>
                </a:cubicBezTo>
                <a:cubicBezTo>
                  <a:pt x="5636964" y="4909630"/>
                  <a:pt x="5648905" y="4912011"/>
                  <a:pt x="5657018" y="4915341"/>
                </a:cubicBezTo>
                <a:lnTo>
                  <a:pt x="5654152" y="4890582"/>
                </a:lnTo>
                <a:cubicBezTo>
                  <a:pt x="5645077" y="4888675"/>
                  <a:pt x="5636964" y="4887252"/>
                  <a:pt x="5622157" y="4887252"/>
                </a:cubicBezTo>
                <a:close/>
                <a:moveTo>
                  <a:pt x="0" y="0"/>
                </a:moveTo>
                <a:lnTo>
                  <a:pt x="5890820" y="0"/>
                </a:lnTo>
                <a:lnTo>
                  <a:pt x="589082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39233B01-D8A4-FE06-9412-52107B278D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6998939"/>
            <a:ext cx="2377440" cy="12985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C26D52-4263-A84E-BE9C-E8B266F7A2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720069"/>
            <a:ext cx="2379602" cy="49486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FB18B-FAF9-0022-13B7-568D84204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534287"/>
            <a:ext cx="2377440" cy="102581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405178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F529D8-9C6F-58F5-0254-996E808C09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720069"/>
            <a:ext cx="2379602" cy="49486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9F63E1-D3F3-F243-D730-F89C53934A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0149" y="534287"/>
            <a:ext cx="2377440" cy="102581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D019B56E-17F1-60C5-DE51-C73526AF218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6998939"/>
            <a:ext cx="2377440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C5F3973-0A3E-BA0D-7446-25212BF944F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5890820" cy="73040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210810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D14F1EF4-283E-34CE-199C-D2F9ED23AAA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9144000" cy="7304088"/>
          </a:xfrm>
          <a:custGeom>
            <a:avLst/>
            <a:gdLst>
              <a:gd name="connsiteX0" fmla="*/ 8862930 w 9144000"/>
              <a:gd name="connsiteY0" fmla="*/ 4918662 h 5143500"/>
              <a:gd name="connsiteX1" fmla="*/ 8862940 w 9144000"/>
              <a:gd name="connsiteY1" fmla="*/ 4918674 h 5143500"/>
              <a:gd name="connsiteX2" fmla="*/ 8862930 w 9144000"/>
              <a:gd name="connsiteY2" fmla="*/ 4918680 h 5143500"/>
              <a:gd name="connsiteX3" fmla="*/ 8757882 w 9144000"/>
              <a:gd name="connsiteY3" fmla="*/ 4908682 h 5143500"/>
              <a:gd name="connsiteX4" fmla="*/ 8783191 w 9144000"/>
              <a:gd name="connsiteY4" fmla="*/ 4931060 h 5143500"/>
              <a:gd name="connsiteX5" fmla="*/ 8757882 w 9144000"/>
              <a:gd name="connsiteY5" fmla="*/ 4955819 h 5143500"/>
              <a:gd name="connsiteX6" fmla="*/ 8752150 w 9144000"/>
              <a:gd name="connsiteY6" fmla="*/ 4955819 h 5143500"/>
              <a:gd name="connsiteX7" fmla="*/ 8752150 w 9144000"/>
              <a:gd name="connsiteY7" fmla="*/ 4908800 h 5143500"/>
              <a:gd name="connsiteX8" fmla="*/ 8757882 w 9144000"/>
              <a:gd name="connsiteY8" fmla="*/ 4908682 h 5143500"/>
              <a:gd name="connsiteX9" fmla="*/ 8309514 w 9144000"/>
              <a:gd name="connsiteY9" fmla="*/ 4908682 h 5143500"/>
              <a:gd name="connsiteX10" fmla="*/ 8334824 w 9144000"/>
              <a:gd name="connsiteY10" fmla="*/ 4931060 h 5143500"/>
              <a:gd name="connsiteX11" fmla="*/ 8309514 w 9144000"/>
              <a:gd name="connsiteY11" fmla="*/ 4955819 h 5143500"/>
              <a:gd name="connsiteX12" fmla="*/ 8303782 w 9144000"/>
              <a:gd name="connsiteY12" fmla="*/ 4955819 h 5143500"/>
              <a:gd name="connsiteX13" fmla="*/ 8303782 w 9144000"/>
              <a:gd name="connsiteY13" fmla="*/ 4908800 h 5143500"/>
              <a:gd name="connsiteX14" fmla="*/ 8309514 w 9144000"/>
              <a:gd name="connsiteY14" fmla="*/ 4908682 h 5143500"/>
              <a:gd name="connsiteX15" fmla="*/ 8656176 w 9144000"/>
              <a:gd name="connsiteY15" fmla="*/ 4889642 h 5143500"/>
              <a:gd name="connsiteX16" fmla="*/ 8656176 w 9144000"/>
              <a:gd name="connsiteY16" fmla="*/ 5003422 h 5143500"/>
              <a:gd name="connsiteX17" fmla="*/ 8691036 w 9144000"/>
              <a:gd name="connsiteY17" fmla="*/ 5003422 h 5143500"/>
              <a:gd name="connsiteX18" fmla="*/ 8691036 w 9144000"/>
              <a:gd name="connsiteY18" fmla="*/ 4889642 h 5143500"/>
              <a:gd name="connsiteX19" fmla="*/ 8575476 w 9144000"/>
              <a:gd name="connsiteY19" fmla="*/ 4889642 h 5143500"/>
              <a:gd name="connsiteX20" fmla="*/ 8575476 w 9144000"/>
              <a:gd name="connsiteY20" fmla="*/ 5003422 h 5143500"/>
              <a:gd name="connsiteX21" fmla="*/ 8638503 w 9144000"/>
              <a:gd name="connsiteY21" fmla="*/ 5003422 h 5143500"/>
              <a:gd name="connsiteX22" fmla="*/ 8643759 w 9144000"/>
              <a:gd name="connsiteY22" fmla="*/ 4980570 h 5143500"/>
              <a:gd name="connsiteX23" fmla="*/ 8610337 w 9144000"/>
              <a:gd name="connsiteY23" fmla="*/ 4980570 h 5143500"/>
              <a:gd name="connsiteX24" fmla="*/ 8610337 w 9144000"/>
              <a:gd name="connsiteY24" fmla="*/ 4889642 h 5143500"/>
              <a:gd name="connsiteX25" fmla="*/ 8514839 w 9144000"/>
              <a:gd name="connsiteY25" fmla="*/ 4889642 h 5143500"/>
              <a:gd name="connsiteX26" fmla="*/ 8514839 w 9144000"/>
              <a:gd name="connsiteY26" fmla="*/ 5003422 h 5143500"/>
              <a:gd name="connsiteX27" fmla="*/ 8549700 w 9144000"/>
              <a:gd name="connsiteY27" fmla="*/ 5003422 h 5143500"/>
              <a:gd name="connsiteX28" fmla="*/ 8549700 w 9144000"/>
              <a:gd name="connsiteY28" fmla="*/ 4889642 h 5143500"/>
              <a:gd name="connsiteX29" fmla="*/ 8383044 w 9144000"/>
              <a:gd name="connsiteY29" fmla="*/ 4889642 h 5143500"/>
              <a:gd name="connsiteX30" fmla="*/ 8383044 w 9144000"/>
              <a:gd name="connsiteY30" fmla="*/ 5003422 h 5143500"/>
              <a:gd name="connsiteX31" fmla="*/ 8417905 w 9144000"/>
              <a:gd name="connsiteY31" fmla="*/ 5003422 h 5143500"/>
              <a:gd name="connsiteX32" fmla="*/ 8417905 w 9144000"/>
              <a:gd name="connsiteY32" fmla="*/ 4958675 h 5143500"/>
              <a:gd name="connsiteX33" fmla="*/ 8454193 w 9144000"/>
              <a:gd name="connsiteY33" fmla="*/ 4958675 h 5143500"/>
              <a:gd name="connsiteX34" fmla="*/ 8454193 w 9144000"/>
              <a:gd name="connsiteY34" fmla="*/ 5003422 h 5143500"/>
              <a:gd name="connsiteX35" fmla="*/ 8489054 w 9144000"/>
              <a:gd name="connsiteY35" fmla="*/ 5003422 h 5143500"/>
              <a:gd name="connsiteX36" fmla="*/ 8489054 w 9144000"/>
              <a:gd name="connsiteY36" fmla="*/ 4889642 h 5143500"/>
              <a:gd name="connsiteX37" fmla="*/ 8454193 w 9144000"/>
              <a:gd name="connsiteY37" fmla="*/ 4889642 h 5143500"/>
              <a:gd name="connsiteX38" fmla="*/ 8454193 w 9144000"/>
              <a:gd name="connsiteY38" fmla="*/ 4934873 h 5143500"/>
              <a:gd name="connsiteX39" fmla="*/ 8417905 w 9144000"/>
              <a:gd name="connsiteY39" fmla="*/ 4934873 h 5143500"/>
              <a:gd name="connsiteX40" fmla="*/ 8417905 w 9144000"/>
              <a:gd name="connsiteY40" fmla="*/ 4889642 h 5143500"/>
              <a:gd name="connsiteX41" fmla="*/ 8759786 w 9144000"/>
              <a:gd name="connsiteY41" fmla="*/ 4887261 h 5143500"/>
              <a:gd name="connsiteX42" fmla="*/ 8717289 w 9144000"/>
              <a:gd name="connsiteY42" fmla="*/ 4889642 h 5143500"/>
              <a:gd name="connsiteX43" fmla="*/ 8717289 w 9144000"/>
              <a:gd name="connsiteY43" fmla="*/ 5003422 h 5143500"/>
              <a:gd name="connsiteX44" fmla="*/ 8752150 w 9144000"/>
              <a:gd name="connsiteY44" fmla="*/ 5003422 h 5143500"/>
              <a:gd name="connsiteX45" fmla="*/ 8752150 w 9144000"/>
              <a:gd name="connsiteY45" fmla="*/ 4976282 h 5143500"/>
              <a:gd name="connsiteX46" fmla="*/ 8764566 w 9144000"/>
              <a:gd name="connsiteY46" fmla="*/ 4976282 h 5143500"/>
              <a:gd name="connsiteX47" fmla="*/ 8764566 w 9144000"/>
              <a:gd name="connsiteY47" fmla="*/ 4976291 h 5143500"/>
              <a:gd name="connsiteX48" fmla="*/ 8817567 w 9144000"/>
              <a:gd name="connsiteY48" fmla="*/ 4930586 h 5143500"/>
              <a:gd name="connsiteX49" fmla="*/ 8759786 w 9144000"/>
              <a:gd name="connsiteY49" fmla="*/ 4887261 h 5143500"/>
              <a:gd name="connsiteX50" fmla="*/ 8311428 w 9144000"/>
              <a:gd name="connsiteY50" fmla="*/ 4887261 h 5143500"/>
              <a:gd name="connsiteX51" fmla="*/ 8268931 w 9144000"/>
              <a:gd name="connsiteY51" fmla="*/ 4889642 h 5143500"/>
              <a:gd name="connsiteX52" fmla="*/ 8268931 w 9144000"/>
              <a:gd name="connsiteY52" fmla="*/ 5003422 h 5143500"/>
              <a:gd name="connsiteX53" fmla="*/ 8303791 w 9144000"/>
              <a:gd name="connsiteY53" fmla="*/ 5003422 h 5143500"/>
              <a:gd name="connsiteX54" fmla="*/ 8303791 w 9144000"/>
              <a:gd name="connsiteY54" fmla="*/ 4976282 h 5143500"/>
              <a:gd name="connsiteX55" fmla="*/ 8316208 w 9144000"/>
              <a:gd name="connsiteY55" fmla="*/ 4976282 h 5143500"/>
              <a:gd name="connsiteX56" fmla="*/ 8316199 w 9144000"/>
              <a:gd name="connsiteY56" fmla="*/ 4976291 h 5143500"/>
              <a:gd name="connsiteX57" fmla="*/ 8369199 w 9144000"/>
              <a:gd name="connsiteY57" fmla="*/ 4930586 h 5143500"/>
              <a:gd name="connsiteX58" fmla="*/ 8311428 w 9144000"/>
              <a:gd name="connsiteY58" fmla="*/ 4887261 h 5143500"/>
              <a:gd name="connsiteX59" fmla="*/ 8875337 w 9144000"/>
              <a:gd name="connsiteY59" fmla="*/ 4887252 h 5143500"/>
              <a:gd name="connsiteX60" fmla="*/ 8828069 w 9144000"/>
              <a:gd name="connsiteY60" fmla="*/ 4921527 h 5143500"/>
              <a:gd name="connsiteX61" fmla="*/ 8882507 w 9144000"/>
              <a:gd name="connsiteY61" fmla="*/ 4971994 h 5143500"/>
              <a:gd name="connsiteX62" fmla="*/ 8864367 w 9144000"/>
              <a:gd name="connsiteY62" fmla="*/ 4982942 h 5143500"/>
              <a:gd name="connsiteX63" fmla="*/ 8824736 w 9144000"/>
              <a:gd name="connsiteY63" fmla="*/ 4973892 h 5143500"/>
              <a:gd name="connsiteX64" fmla="*/ 8828555 w 9144000"/>
              <a:gd name="connsiteY64" fmla="*/ 5000074 h 5143500"/>
              <a:gd name="connsiteX65" fmla="*/ 8864844 w 9144000"/>
              <a:gd name="connsiteY65" fmla="*/ 5005785 h 5143500"/>
              <a:gd name="connsiteX66" fmla="*/ 8917844 w 9144000"/>
              <a:gd name="connsiteY66" fmla="*/ 4967697 h 5143500"/>
              <a:gd name="connsiteX67" fmla="*/ 8871510 w 9144000"/>
              <a:gd name="connsiteY67" fmla="*/ 4928600 h 5143500"/>
              <a:gd name="connsiteX68" fmla="*/ 8862940 w 9144000"/>
              <a:gd name="connsiteY68" fmla="*/ 4918674 h 5143500"/>
              <a:gd name="connsiteX69" fmla="*/ 8879165 w 9144000"/>
              <a:gd name="connsiteY69" fmla="*/ 4909630 h 5143500"/>
              <a:gd name="connsiteX70" fmla="*/ 8910198 w 9144000"/>
              <a:gd name="connsiteY70" fmla="*/ 4915341 h 5143500"/>
              <a:gd name="connsiteX71" fmla="*/ 8907332 w 9144000"/>
              <a:gd name="connsiteY71" fmla="*/ 4890582 h 5143500"/>
              <a:gd name="connsiteX72" fmla="*/ 8875337 w 9144000"/>
              <a:gd name="connsiteY72" fmla="*/ 4887252 h 5143500"/>
              <a:gd name="connsiteX73" fmla="*/ 0 w 9144000"/>
              <a:gd name="connsiteY73" fmla="*/ 0 h 5143500"/>
              <a:gd name="connsiteX74" fmla="*/ 9144000 w 9144000"/>
              <a:gd name="connsiteY74" fmla="*/ 0 h 5143500"/>
              <a:gd name="connsiteX75" fmla="*/ 9144000 w 9144000"/>
              <a:gd name="connsiteY75" fmla="*/ 5143500 h 5143500"/>
              <a:gd name="connsiteX76" fmla="*/ 0 w 9144000"/>
              <a:gd name="connsiteY7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9144000" h="5143500">
                <a:moveTo>
                  <a:pt x="8862930" y="4918662"/>
                </a:moveTo>
                <a:lnTo>
                  <a:pt x="8862940" y="4918674"/>
                </a:lnTo>
                <a:lnTo>
                  <a:pt x="8862930" y="4918680"/>
                </a:lnTo>
                <a:close/>
                <a:moveTo>
                  <a:pt x="8757882" y="4908682"/>
                </a:moveTo>
                <a:cubicBezTo>
                  <a:pt x="8775069" y="4908682"/>
                  <a:pt x="8783191" y="4916774"/>
                  <a:pt x="8783191" y="4931060"/>
                </a:cubicBezTo>
                <a:cubicBezTo>
                  <a:pt x="8783191" y="4945821"/>
                  <a:pt x="8776031" y="4955819"/>
                  <a:pt x="8757882" y="4955819"/>
                </a:cubicBezTo>
                <a:lnTo>
                  <a:pt x="8752150" y="4955819"/>
                </a:lnTo>
                <a:lnTo>
                  <a:pt x="8752150" y="4908800"/>
                </a:lnTo>
                <a:cubicBezTo>
                  <a:pt x="8754173" y="4908682"/>
                  <a:pt x="8756087" y="4908682"/>
                  <a:pt x="8757882" y="4908682"/>
                </a:cubicBezTo>
                <a:close/>
                <a:moveTo>
                  <a:pt x="8309514" y="4908682"/>
                </a:moveTo>
                <a:cubicBezTo>
                  <a:pt x="8326702" y="4908682"/>
                  <a:pt x="8334824" y="4916774"/>
                  <a:pt x="8334824" y="4931060"/>
                </a:cubicBezTo>
                <a:cubicBezTo>
                  <a:pt x="8334824" y="4945821"/>
                  <a:pt x="8327663" y="4955819"/>
                  <a:pt x="8309514" y="4955819"/>
                </a:cubicBezTo>
                <a:lnTo>
                  <a:pt x="8303782" y="4955819"/>
                </a:lnTo>
                <a:lnTo>
                  <a:pt x="8303782" y="4908800"/>
                </a:lnTo>
                <a:cubicBezTo>
                  <a:pt x="8305815" y="4908682"/>
                  <a:pt x="8307720" y="4908682"/>
                  <a:pt x="8309514" y="4908682"/>
                </a:cubicBezTo>
                <a:close/>
                <a:moveTo>
                  <a:pt x="8656176" y="4889642"/>
                </a:moveTo>
                <a:lnTo>
                  <a:pt x="8656176" y="5003422"/>
                </a:lnTo>
                <a:lnTo>
                  <a:pt x="8691036" y="5003422"/>
                </a:lnTo>
                <a:lnTo>
                  <a:pt x="8691036" y="4889642"/>
                </a:lnTo>
                <a:close/>
                <a:moveTo>
                  <a:pt x="8575476" y="4889642"/>
                </a:moveTo>
                <a:lnTo>
                  <a:pt x="8575476" y="5003422"/>
                </a:lnTo>
                <a:lnTo>
                  <a:pt x="8638503" y="5003422"/>
                </a:lnTo>
                <a:lnTo>
                  <a:pt x="8643759" y="4980570"/>
                </a:lnTo>
                <a:lnTo>
                  <a:pt x="8610337" y="4980570"/>
                </a:lnTo>
                <a:lnTo>
                  <a:pt x="8610337" y="4889642"/>
                </a:lnTo>
                <a:close/>
                <a:moveTo>
                  <a:pt x="8514839" y="4889642"/>
                </a:moveTo>
                <a:lnTo>
                  <a:pt x="8514839" y="5003422"/>
                </a:lnTo>
                <a:lnTo>
                  <a:pt x="8549700" y="5003422"/>
                </a:lnTo>
                <a:lnTo>
                  <a:pt x="8549700" y="4889642"/>
                </a:lnTo>
                <a:close/>
                <a:moveTo>
                  <a:pt x="8383044" y="4889642"/>
                </a:moveTo>
                <a:lnTo>
                  <a:pt x="8383044" y="5003422"/>
                </a:lnTo>
                <a:lnTo>
                  <a:pt x="8417905" y="5003422"/>
                </a:lnTo>
                <a:lnTo>
                  <a:pt x="8417905" y="4958675"/>
                </a:lnTo>
                <a:lnTo>
                  <a:pt x="8454193" y="4958675"/>
                </a:lnTo>
                <a:lnTo>
                  <a:pt x="8454193" y="5003422"/>
                </a:lnTo>
                <a:lnTo>
                  <a:pt x="8489054" y="5003422"/>
                </a:lnTo>
                <a:lnTo>
                  <a:pt x="8489054" y="4889642"/>
                </a:lnTo>
                <a:lnTo>
                  <a:pt x="8454193" y="4889642"/>
                </a:lnTo>
                <a:lnTo>
                  <a:pt x="8454193" y="4934873"/>
                </a:lnTo>
                <a:lnTo>
                  <a:pt x="8417905" y="4934873"/>
                </a:lnTo>
                <a:lnTo>
                  <a:pt x="8417905" y="4889642"/>
                </a:lnTo>
                <a:close/>
                <a:moveTo>
                  <a:pt x="8759786" y="4887261"/>
                </a:moveTo>
                <a:cubicBezTo>
                  <a:pt x="8745941" y="4887261"/>
                  <a:pt x="8729230" y="4888210"/>
                  <a:pt x="8717289" y="4889642"/>
                </a:cubicBezTo>
                <a:lnTo>
                  <a:pt x="8717289" y="5003422"/>
                </a:lnTo>
                <a:lnTo>
                  <a:pt x="8752150" y="5003422"/>
                </a:lnTo>
                <a:lnTo>
                  <a:pt x="8752150" y="4976282"/>
                </a:lnTo>
                <a:lnTo>
                  <a:pt x="8764566" y="4976282"/>
                </a:lnTo>
                <a:lnTo>
                  <a:pt x="8764566" y="4976291"/>
                </a:lnTo>
                <a:cubicBezTo>
                  <a:pt x="8797037" y="4976291"/>
                  <a:pt x="8817567" y="4959633"/>
                  <a:pt x="8817567" y="4930586"/>
                </a:cubicBezTo>
                <a:cubicBezTo>
                  <a:pt x="8817567" y="4898692"/>
                  <a:pt x="8795599" y="4887261"/>
                  <a:pt x="8759786" y="4887261"/>
                </a:cubicBezTo>
                <a:close/>
                <a:moveTo>
                  <a:pt x="8311428" y="4887261"/>
                </a:moveTo>
                <a:cubicBezTo>
                  <a:pt x="8297583" y="4887261"/>
                  <a:pt x="8280872" y="4888210"/>
                  <a:pt x="8268931" y="4889642"/>
                </a:cubicBezTo>
                <a:lnTo>
                  <a:pt x="8268931" y="5003422"/>
                </a:lnTo>
                <a:lnTo>
                  <a:pt x="8303791" y="5003422"/>
                </a:lnTo>
                <a:lnTo>
                  <a:pt x="8303791" y="4976282"/>
                </a:lnTo>
                <a:lnTo>
                  <a:pt x="8316208" y="4976282"/>
                </a:lnTo>
                <a:lnTo>
                  <a:pt x="8316199" y="4976291"/>
                </a:lnTo>
                <a:cubicBezTo>
                  <a:pt x="8348669" y="4976291"/>
                  <a:pt x="8369199" y="4959633"/>
                  <a:pt x="8369199" y="4930586"/>
                </a:cubicBezTo>
                <a:cubicBezTo>
                  <a:pt x="8369208" y="4898683"/>
                  <a:pt x="8347241" y="4887261"/>
                  <a:pt x="8311428" y="4887261"/>
                </a:cubicBezTo>
                <a:close/>
                <a:moveTo>
                  <a:pt x="8875337" y="4887252"/>
                </a:moveTo>
                <a:cubicBezTo>
                  <a:pt x="8847162" y="4887252"/>
                  <a:pt x="8828069" y="4898318"/>
                  <a:pt x="8828069" y="4921527"/>
                </a:cubicBezTo>
                <a:cubicBezTo>
                  <a:pt x="8828069" y="4961521"/>
                  <a:pt x="8882507" y="4953429"/>
                  <a:pt x="8882507" y="4971994"/>
                </a:cubicBezTo>
                <a:cubicBezTo>
                  <a:pt x="8882507" y="4979137"/>
                  <a:pt x="8877251" y="4982942"/>
                  <a:pt x="8864367" y="4982942"/>
                </a:cubicBezTo>
                <a:cubicBezTo>
                  <a:pt x="8852903" y="4982942"/>
                  <a:pt x="8835239" y="4979137"/>
                  <a:pt x="8824736" y="4973892"/>
                </a:cubicBezTo>
                <a:lnTo>
                  <a:pt x="8828555" y="5000074"/>
                </a:lnTo>
                <a:cubicBezTo>
                  <a:pt x="8839058" y="5003888"/>
                  <a:pt x="8853388" y="5005785"/>
                  <a:pt x="8864844" y="5005785"/>
                </a:cubicBezTo>
                <a:cubicBezTo>
                  <a:pt x="8893972" y="5005785"/>
                  <a:pt x="8917844" y="4996261"/>
                  <a:pt x="8917844" y="4967697"/>
                </a:cubicBezTo>
                <a:cubicBezTo>
                  <a:pt x="8917844" y="4939131"/>
                  <a:pt x="8886955" y="4936008"/>
                  <a:pt x="8871510" y="4928600"/>
                </a:cubicBezTo>
                <a:lnTo>
                  <a:pt x="8862940" y="4918674"/>
                </a:lnTo>
                <a:lnTo>
                  <a:pt x="8879165" y="4909630"/>
                </a:lnTo>
                <a:cubicBezTo>
                  <a:pt x="8890144" y="4909630"/>
                  <a:pt x="8902085" y="4912011"/>
                  <a:pt x="8910198" y="4915341"/>
                </a:cubicBezTo>
                <a:lnTo>
                  <a:pt x="8907332" y="4890582"/>
                </a:lnTo>
                <a:cubicBezTo>
                  <a:pt x="8898257" y="4888675"/>
                  <a:pt x="8890144" y="4887252"/>
                  <a:pt x="8875337" y="488725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Need the white logo? Select “Hide Background Graphics” in the Format Shape pane.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83C774FF-44C9-505B-D3A3-7BDAED31291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6998939"/>
            <a:ext cx="2377440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8E634DF2-19D4-5701-B6C3-6993A4076E5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69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02919" y="6998939"/>
            <a:ext cx="5486400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2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6998939"/>
            <a:ext cx="5486400" cy="1298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6" y="561522"/>
            <a:ext cx="1152627" cy="2982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5DC1B-90D1-16A7-427B-3D24F944CA79}"/>
              </a:ext>
            </a:extLst>
          </p:cNvPr>
          <p:cNvSpPr txBox="1"/>
          <p:nvPr userDrawn="1"/>
        </p:nvSpPr>
        <p:spPr>
          <a:xfrm>
            <a:off x="2028323" y="2603096"/>
            <a:ext cx="5087354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chemeClr val="bg1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0222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36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6998939"/>
            <a:ext cx="5486400" cy="1298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5" y="6998939"/>
            <a:ext cx="199973" cy="12985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6" y="561522"/>
            <a:ext cx="1152627" cy="298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3D22CC-58D4-6B7C-7DAB-99EF135F187D}"/>
              </a:ext>
            </a:extLst>
          </p:cNvPr>
          <p:cNvSpPr txBox="1"/>
          <p:nvPr userDrawn="1"/>
        </p:nvSpPr>
        <p:spPr>
          <a:xfrm>
            <a:off x="2028324" y="2603096"/>
            <a:ext cx="5087354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rgbClr val="0B5ED7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2185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14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6" y="1720069"/>
            <a:ext cx="8132765" cy="4948631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Title Placeholder 5">
            <a:extLst>
              <a:ext uri="{FF2B5EF4-FFF2-40B4-BE49-F238E27FC236}">
                <a16:creationId xmlns:a16="http://schemas.microsoft.com/office/drawing/2014/main" id="{A0613193-D73A-5A4B-9E3D-2F277B4E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41" y="534287"/>
            <a:ext cx="8132765" cy="10212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04309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2" r:id="rId4"/>
    <p:sldLayoutId id="2147484073" r:id="rId5"/>
    <p:sldLayoutId id="2147484077" r:id="rId6"/>
    <p:sldLayoutId id="2147484078" r:id="rId7"/>
    <p:sldLayoutId id="2147484079" r:id="rId8"/>
    <p:sldLayoutId id="2147484080" r:id="rId9"/>
    <p:sldLayoutId id="2147484046" r:id="rId10"/>
    <p:sldLayoutId id="2147484047" r:id="rId11"/>
    <p:sldLayoutId id="2147484048" r:id="rId12"/>
    <p:sldLayoutId id="2147484050" r:id="rId13"/>
    <p:sldLayoutId id="2147484049" r:id="rId14"/>
    <p:sldLayoutId id="2147484051" r:id="rId15"/>
    <p:sldLayoutId id="2147484052" r:id="rId16"/>
    <p:sldLayoutId id="2147484053" r:id="rId17"/>
    <p:sldLayoutId id="2147484054" r:id="rId18"/>
    <p:sldLayoutId id="2147484055" r:id="rId19"/>
    <p:sldLayoutId id="2147484056" r:id="rId20"/>
    <p:sldLayoutId id="2147484057" r:id="rId21"/>
    <p:sldLayoutId id="2147484058" r:id="rId22"/>
    <p:sldLayoutId id="2147484032" r:id="rId23"/>
    <p:sldLayoutId id="2147484033" r:id="rId24"/>
    <p:sldLayoutId id="2147484034" r:id="rId25"/>
    <p:sldLayoutId id="2147484035" r:id="rId26"/>
    <p:sldLayoutId id="2147484036" r:id="rId27"/>
    <p:sldLayoutId id="2147484067" r:id="rId28"/>
    <p:sldLayoutId id="2147484068" r:id="rId29"/>
    <p:sldLayoutId id="2147484081" r:id="rId30"/>
    <p:sldLayoutId id="2147484069" r:id="rId31"/>
    <p:sldLayoutId id="2147484082" r:id="rId32"/>
    <p:sldLayoutId id="2147484070" r:id="rId33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354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lang="en-US" sz="2400" kern="120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6304" indent="-146304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1pPr>
      <a:lvl2pPr marL="2952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2pPr>
      <a:lvl3pPr marL="4428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3pPr>
      <a:lvl4pPr marL="5904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4pPr>
      <a:lvl5pPr marL="7380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IN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8856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lang="en-US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6pPr>
      <a:lvl7pPr marL="10332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7pPr>
      <a:lvl8pPr marL="11808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8pPr>
      <a:lvl9pPr marL="13284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 userDrawn="1">
          <p15:clr>
            <a:srgbClr val="A4A3A4"/>
          </p15:clr>
        </p15:guide>
        <p15:guide id="4" orient="horz" pos="324" userDrawn="1">
          <p15:clr>
            <a:srgbClr val="A4A3A4"/>
          </p15:clr>
        </p15:guide>
        <p15:guide id="7" orient="horz" pos="4209" userDrawn="1">
          <p15:clr>
            <a:srgbClr val="A4A3A4"/>
          </p15:clr>
        </p15:guide>
        <p15:guide id="15" orient="horz" pos="2301" userDrawn="1">
          <p15:clr>
            <a:srgbClr val="F26B43"/>
          </p15:clr>
        </p15:guide>
        <p15:guide id="1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F9906-A2C4-B8A5-C2C7-433A05C24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CE7A48-D55E-94DB-9D7C-8CDBC42EA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231" y="717747"/>
            <a:ext cx="6846108" cy="353448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1F5F72E-7E2E-CFFA-B95E-F572A44D62BE}"/>
              </a:ext>
            </a:extLst>
          </p:cNvPr>
          <p:cNvSpPr/>
          <p:nvPr/>
        </p:nvSpPr>
        <p:spPr>
          <a:xfrm>
            <a:off x="7809335" y="4162638"/>
            <a:ext cx="923827" cy="154220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spcCol="324000" rtlCol="0">
            <a:noAutofit/>
          </a:bodyPr>
          <a:lstStyle/>
          <a:p>
            <a:pPr defTabSz="183600">
              <a:spcAft>
                <a:spcPts val="600"/>
              </a:spcAft>
              <a:buClr>
                <a:srgbClr val="000000"/>
              </a:buClr>
              <a:buSzPct val="75000"/>
            </a:pPr>
            <a:endParaRPr lang="en-NL" sz="1400" dirty="0" err="1">
              <a:latin typeface="Calibri" panose="020F05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61479B-9F03-7F0C-505D-D30565B08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137490"/>
              </p:ext>
            </p:extLst>
          </p:nvPr>
        </p:nvGraphicFramePr>
        <p:xfrm>
          <a:off x="543171" y="2924469"/>
          <a:ext cx="1800000" cy="17216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000">
                  <a:extLst>
                    <a:ext uri="{9D8B030D-6E8A-4147-A177-3AD203B41FA5}">
                      <a16:colId xmlns:a16="http://schemas.microsoft.com/office/drawing/2014/main" val="215840497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2415648940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1275721448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2350683941"/>
                    </a:ext>
                  </a:extLst>
                </a:gridCol>
              </a:tblGrid>
              <a:tr h="430417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81043"/>
                  </a:ext>
                </a:extLst>
              </a:tr>
              <a:tr h="430417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123310"/>
                  </a:ext>
                </a:extLst>
              </a:tr>
              <a:tr h="430417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208812"/>
                  </a:ext>
                </a:extLst>
              </a:tr>
              <a:tr h="430417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5339"/>
                  </a:ext>
                </a:extLst>
              </a:tr>
            </a:tbl>
          </a:graphicData>
        </a:graphic>
      </p:graphicFrame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8C7018DE-51E5-8079-3871-D151422924FE}"/>
              </a:ext>
            </a:extLst>
          </p:cNvPr>
          <p:cNvSpPr/>
          <p:nvPr/>
        </p:nvSpPr>
        <p:spPr>
          <a:xfrm>
            <a:off x="611999" y="3003130"/>
            <a:ext cx="275303" cy="275303"/>
          </a:xfrm>
          <a:prstGeom prst="star5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spcAft>
                <a:spcPts val="600"/>
              </a:spcAft>
            </a:pPr>
            <a:endParaRPr lang="en-NL" sz="1400" dirty="0" err="1">
              <a:solidFill>
                <a:schemeClr val="bg1"/>
              </a:solidFill>
            </a:endParaRPr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6214B5A6-BF1F-1385-DCA0-22753C4B114B}"/>
              </a:ext>
            </a:extLst>
          </p:cNvPr>
          <p:cNvSpPr/>
          <p:nvPr/>
        </p:nvSpPr>
        <p:spPr>
          <a:xfrm>
            <a:off x="1059366" y="3003130"/>
            <a:ext cx="275303" cy="275303"/>
          </a:xfrm>
          <a:prstGeom prst="star5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spcAft>
                <a:spcPts val="600"/>
              </a:spcAft>
            </a:pPr>
            <a:endParaRPr lang="en-NL" sz="1400" dirty="0" err="1">
              <a:solidFill>
                <a:schemeClr val="bg1"/>
              </a:solidFill>
            </a:endParaRPr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D3E31301-113E-D4DA-25E0-96AFAAB2661C}"/>
              </a:ext>
            </a:extLst>
          </p:cNvPr>
          <p:cNvSpPr/>
          <p:nvPr/>
        </p:nvSpPr>
        <p:spPr>
          <a:xfrm>
            <a:off x="1991670" y="3003130"/>
            <a:ext cx="275303" cy="275303"/>
          </a:xfrm>
          <a:prstGeom prst="star5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spcAft>
                <a:spcPts val="600"/>
              </a:spcAft>
            </a:pPr>
            <a:endParaRPr lang="en-NL" sz="1400" dirty="0" err="1">
              <a:solidFill>
                <a:schemeClr val="bg1"/>
              </a:solidFill>
            </a:endParaRPr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A7065AED-1527-0241-7318-3B6FD29778D4}"/>
              </a:ext>
            </a:extLst>
          </p:cNvPr>
          <p:cNvSpPr/>
          <p:nvPr/>
        </p:nvSpPr>
        <p:spPr>
          <a:xfrm>
            <a:off x="611998" y="3470163"/>
            <a:ext cx="275303" cy="275303"/>
          </a:xfrm>
          <a:prstGeom prst="star5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spcAft>
                <a:spcPts val="600"/>
              </a:spcAft>
            </a:pPr>
            <a:endParaRPr lang="en-NL" sz="1400" dirty="0" err="1">
              <a:solidFill>
                <a:schemeClr val="bg1"/>
              </a:solidFill>
            </a:endParaRPr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A67F30B9-359F-D143-65FD-EC3A474C5D17}"/>
              </a:ext>
            </a:extLst>
          </p:cNvPr>
          <p:cNvSpPr/>
          <p:nvPr/>
        </p:nvSpPr>
        <p:spPr>
          <a:xfrm>
            <a:off x="1554134" y="3470162"/>
            <a:ext cx="275303" cy="275303"/>
          </a:xfrm>
          <a:prstGeom prst="star5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spcAft>
                <a:spcPts val="600"/>
              </a:spcAft>
            </a:pPr>
            <a:endParaRPr lang="en-NL" sz="1400" dirty="0" err="1">
              <a:solidFill>
                <a:schemeClr val="bg1"/>
              </a:solidFill>
            </a:endParaRPr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3C9FF10A-A840-3F68-5FD0-C0213C41E8B4}"/>
              </a:ext>
            </a:extLst>
          </p:cNvPr>
          <p:cNvSpPr/>
          <p:nvPr/>
        </p:nvSpPr>
        <p:spPr>
          <a:xfrm>
            <a:off x="1072354" y="3863801"/>
            <a:ext cx="275303" cy="275303"/>
          </a:xfrm>
          <a:prstGeom prst="star5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spcAft>
                <a:spcPts val="600"/>
              </a:spcAft>
            </a:pPr>
            <a:endParaRPr lang="en-NL" sz="1400" dirty="0" err="1">
              <a:solidFill>
                <a:schemeClr val="bg1"/>
              </a:solidFill>
            </a:endParaRPr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AB73FD0D-350C-67CC-CDDF-2ADC04803149}"/>
              </a:ext>
            </a:extLst>
          </p:cNvPr>
          <p:cNvSpPr/>
          <p:nvPr/>
        </p:nvSpPr>
        <p:spPr>
          <a:xfrm>
            <a:off x="1554133" y="3863800"/>
            <a:ext cx="275303" cy="275303"/>
          </a:xfrm>
          <a:prstGeom prst="star5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spcAft>
                <a:spcPts val="600"/>
              </a:spcAft>
            </a:pPr>
            <a:endParaRPr lang="en-NL" sz="1400" dirty="0" err="1">
              <a:solidFill>
                <a:schemeClr val="bg1"/>
              </a:solidFill>
            </a:endParaRPr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F845B31C-F0A1-108B-9F68-D4EFFB5296F2}"/>
              </a:ext>
            </a:extLst>
          </p:cNvPr>
          <p:cNvSpPr/>
          <p:nvPr/>
        </p:nvSpPr>
        <p:spPr>
          <a:xfrm>
            <a:off x="1991670" y="3863800"/>
            <a:ext cx="275303" cy="275303"/>
          </a:xfrm>
          <a:prstGeom prst="star5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spcAft>
                <a:spcPts val="600"/>
              </a:spcAft>
            </a:pPr>
            <a:endParaRPr lang="en-NL" sz="1400" dirty="0" err="1">
              <a:solidFill>
                <a:schemeClr val="bg1"/>
              </a:solidFill>
            </a:endParaRPr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F63A3C93-EF08-D680-BB6E-3B7093B3867C}"/>
              </a:ext>
            </a:extLst>
          </p:cNvPr>
          <p:cNvSpPr/>
          <p:nvPr/>
        </p:nvSpPr>
        <p:spPr>
          <a:xfrm>
            <a:off x="611998" y="4291157"/>
            <a:ext cx="275303" cy="275303"/>
          </a:xfrm>
          <a:prstGeom prst="star5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spcAft>
                <a:spcPts val="600"/>
              </a:spcAft>
            </a:pPr>
            <a:endParaRPr lang="en-NL" sz="1400" dirty="0" err="1">
              <a:solidFill>
                <a:schemeClr val="bg1"/>
              </a:solidFill>
            </a:endParaRPr>
          </a:p>
        </p:txBody>
      </p: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A1E994B3-19B7-432D-4973-390B7A476F18}"/>
              </a:ext>
            </a:extLst>
          </p:cNvPr>
          <p:cNvSpPr/>
          <p:nvPr/>
        </p:nvSpPr>
        <p:spPr>
          <a:xfrm>
            <a:off x="1554133" y="4291157"/>
            <a:ext cx="275303" cy="275303"/>
          </a:xfrm>
          <a:prstGeom prst="star5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spcAft>
                <a:spcPts val="600"/>
              </a:spcAft>
            </a:pPr>
            <a:endParaRPr lang="en-NL" sz="1400" dirty="0" err="1">
              <a:solidFill>
                <a:schemeClr val="bg1"/>
              </a:solidFill>
            </a:endParaRP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5D4648BD-B613-17AD-353C-4BAE5C336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897416"/>
              </p:ext>
            </p:extLst>
          </p:nvPr>
        </p:nvGraphicFramePr>
        <p:xfrm>
          <a:off x="6880656" y="2924469"/>
          <a:ext cx="1800000" cy="17216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000">
                  <a:extLst>
                    <a:ext uri="{9D8B030D-6E8A-4147-A177-3AD203B41FA5}">
                      <a16:colId xmlns:a16="http://schemas.microsoft.com/office/drawing/2014/main" val="215840497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2415648940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1275721448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2350683941"/>
                    </a:ext>
                  </a:extLst>
                </a:gridCol>
              </a:tblGrid>
              <a:tr h="430417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NL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NL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NL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en-NL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81043"/>
                  </a:ext>
                </a:extLst>
              </a:tr>
              <a:tr h="430417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en-NL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L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en-NL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7</a:t>
                      </a:r>
                      <a:endParaRPr lang="en-NL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123310"/>
                  </a:ext>
                </a:extLst>
              </a:tr>
              <a:tr h="430417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en-NL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9</a:t>
                      </a:r>
                      <a:endParaRPr lang="en-NL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  <a:endParaRPr lang="en-NL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11</a:t>
                      </a:r>
                      <a:endParaRPr lang="en-NL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3208812"/>
                  </a:ext>
                </a:extLst>
              </a:tr>
              <a:tr h="430417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12</a:t>
                      </a:r>
                      <a:endParaRPr lang="en-NL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13</a:t>
                      </a:r>
                      <a:endParaRPr lang="en-NL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14</a:t>
                      </a:r>
                      <a:endParaRPr lang="en-NL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15</a:t>
                      </a:r>
                      <a:endParaRPr lang="en-NL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05339"/>
                  </a:ext>
                </a:extLst>
              </a:tr>
            </a:tbl>
          </a:graphicData>
        </a:graphic>
      </p:graphicFrame>
      <p:grpSp>
        <p:nvGrpSpPr>
          <p:cNvPr id="36" name="Group 35">
            <a:extLst>
              <a:ext uri="{FF2B5EF4-FFF2-40B4-BE49-F238E27FC236}">
                <a16:creationId xmlns:a16="http://schemas.microsoft.com/office/drawing/2014/main" id="{7ED21E44-D797-F637-A183-E1AE31DF086A}"/>
              </a:ext>
            </a:extLst>
          </p:cNvPr>
          <p:cNvGrpSpPr/>
          <p:nvPr/>
        </p:nvGrpSpPr>
        <p:grpSpPr>
          <a:xfrm>
            <a:off x="7426189" y="3440666"/>
            <a:ext cx="265471" cy="265471"/>
            <a:chOff x="5181600" y="1793363"/>
            <a:chExt cx="265471" cy="265471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C8BF3CE-7613-F689-97BF-8E1B1E1E5DA1}"/>
                </a:ext>
              </a:extLst>
            </p:cNvPr>
            <p:cNvSpPr/>
            <p:nvPr/>
          </p:nvSpPr>
          <p:spPr>
            <a:xfrm>
              <a:off x="5181600" y="1793363"/>
              <a:ext cx="265471" cy="265471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/>
            <a:lstStyle/>
            <a:p>
              <a:pPr algn="ctr">
                <a:spcAft>
                  <a:spcPts val="600"/>
                </a:spcAft>
              </a:pPr>
              <a:endParaRPr lang="en-NL" sz="1400" dirty="0" err="1">
                <a:solidFill>
                  <a:schemeClr val="bg1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9103574-B928-EC17-75BD-074C9042432D}"/>
                </a:ext>
              </a:extLst>
            </p:cNvPr>
            <p:cNvSpPr/>
            <p:nvPr/>
          </p:nvSpPr>
          <p:spPr>
            <a:xfrm>
              <a:off x="5247968" y="1859731"/>
              <a:ext cx="132734" cy="132734"/>
            </a:xfrm>
            <a:prstGeom prst="ellipse">
              <a:avLst/>
            </a:prstGeom>
            <a:noFill/>
            <a:ln w="38100" cap="flat" cmpd="sng" algn="ctr">
              <a:solidFill>
                <a:schemeClr val="bg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/>
            <a:lstStyle/>
            <a:p>
              <a:pPr algn="ctr">
                <a:spcAft>
                  <a:spcPts val="600"/>
                </a:spcAft>
              </a:pPr>
              <a:endParaRPr lang="en-NL" sz="14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99A17DC7-43DE-397F-E198-ECE14ACC957E}"/>
              </a:ext>
            </a:extLst>
          </p:cNvPr>
          <p:cNvSpPr txBox="1"/>
          <p:nvPr/>
        </p:nvSpPr>
        <p:spPr>
          <a:xfrm>
            <a:off x="543171" y="4587552"/>
            <a:ext cx="1116309" cy="648512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rtlCol="0">
            <a:spAutoFit/>
          </a:bodyPr>
          <a:lstStyle/>
          <a:p>
            <a:pPr>
              <a:spcAft>
                <a:spcPts val="600"/>
              </a:spcAft>
              <a:buSzPct val="75000"/>
            </a:pPr>
            <a:r>
              <a:rPr lang="en-US" sz="3600" b="1" dirty="0">
                <a:solidFill>
                  <a:schemeClr val="tx2"/>
                </a:solidFill>
              </a:rPr>
              <a:t>Alice</a:t>
            </a:r>
            <a:endParaRPr lang="en-NL" sz="3600" b="1" dirty="0">
              <a:solidFill>
                <a:schemeClr val="tx2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1BACAD9-DB1F-2F9D-6C2A-F28C51FF4B1B}"/>
              </a:ext>
            </a:extLst>
          </p:cNvPr>
          <p:cNvSpPr txBox="1"/>
          <p:nvPr/>
        </p:nvSpPr>
        <p:spPr>
          <a:xfrm>
            <a:off x="6930110" y="4587552"/>
            <a:ext cx="936773" cy="648512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rtlCol="0">
            <a:spAutoFit/>
          </a:bodyPr>
          <a:lstStyle/>
          <a:p>
            <a:pPr>
              <a:spcAft>
                <a:spcPts val="600"/>
              </a:spcAft>
              <a:buSzPct val="75000"/>
            </a:pPr>
            <a:r>
              <a:rPr lang="en-US" sz="3600" b="1" dirty="0">
                <a:solidFill>
                  <a:schemeClr val="tx2"/>
                </a:solidFill>
              </a:rPr>
              <a:t>Bob</a:t>
            </a:r>
            <a:endParaRPr lang="en-NL" sz="3600" b="1" dirty="0">
              <a:solidFill>
                <a:schemeClr val="tx2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B4DA822-8AA0-EBC4-8D60-63E725566343}"/>
              </a:ext>
            </a:extLst>
          </p:cNvPr>
          <p:cNvCxnSpPr>
            <a:cxnSpLocks/>
          </p:cNvCxnSpPr>
          <p:nvPr/>
        </p:nvCxnSpPr>
        <p:spPr>
          <a:xfrm>
            <a:off x="3903556" y="5259773"/>
            <a:ext cx="153709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0BB9C11-B19F-BF39-BD5B-E360CE9F6A52}"/>
              </a:ext>
            </a:extLst>
          </p:cNvPr>
          <p:cNvSpPr txBox="1"/>
          <p:nvPr/>
        </p:nvSpPr>
        <p:spPr>
          <a:xfrm>
            <a:off x="3863653" y="4587552"/>
            <a:ext cx="1862165" cy="648512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rtlCol="0">
            <a:spAutoFit/>
          </a:bodyPr>
          <a:lstStyle/>
          <a:p>
            <a:pPr>
              <a:spcAft>
                <a:spcPts val="600"/>
              </a:spcAft>
              <a:buSzPct val="75000"/>
            </a:pPr>
            <a:r>
              <a:rPr lang="en-US" sz="3600" b="1" dirty="0">
                <a:solidFill>
                  <a:schemeClr val="tx2"/>
                </a:solidFill>
              </a:rPr>
              <a:t>One bit</a:t>
            </a:r>
            <a:endParaRPr lang="en-NL" sz="3600" b="1" dirty="0">
              <a:solidFill>
                <a:schemeClr val="tx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C84164-AC9D-58C8-7C83-37C6AA968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24387"/>
            <a:ext cx="9144000" cy="169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8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heme/theme1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25400" cap="flat" cmpd="sng" algn="ctr">
          <a:noFill/>
          <a:prstDash val="solid"/>
        </a:ln>
        <a:effectLst/>
      </a:spPr>
      <a:bodyPr lIns="90000" tIns="46800" rIns="90000" bIns="46800" rtlCol="0" anchor="ctr"/>
      <a:lstStyle>
        <a:defPPr algn="ctr">
          <a:spcAft>
            <a:spcPts val="600"/>
          </a:spcAft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none" lIns="90000" tIns="46800" rIns="90000" bIns="46800" rtlCol="0">
        <a:spAutoFit/>
      </a:bodyPr>
      <a:lstStyle>
        <a:defPPr marL="0" indent="0" algn="l">
          <a:spcAft>
            <a:spcPts val="600"/>
          </a:spcAft>
          <a:buSzPct val="75000"/>
          <a:buNone/>
          <a:defRPr sz="1400" dirty="0" smtClean="0"/>
        </a:defPPr>
      </a:lstStyle>
    </a:txDef>
  </a:objectDefaults>
  <a:extraClrSchemeLst/>
  <a:custClrLst>
    <a:custClr name="Light Blue">
      <a:srgbClr val="BDF0FF"/>
    </a:custClr>
    <a:custClr name="Light Aqua">
      <a:srgbClr val="9CF6FB"/>
    </a:custClr>
    <a:custClr name="Light Green">
      <a:srgbClr val="ADFFB5"/>
    </a:custClr>
    <a:custClr name="Light Gold">
      <a:srgbClr val="FCFCC2"/>
    </a:custClr>
    <a:custClr name="Light Coral">
      <a:srgbClr val="FFDEDB"/>
    </a:custClr>
    <a:custClr name="Light Pink">
      <a:srgbClr val="FFE5F9"/>
    </a:custClr>
    <a:custClr name="Light Purple">
      <a:srgbClr val="F1DEFC"/>
    </a:custClr>
    <a:custClr name="White">
      <a:srgbClr val="FFFFFF"/>
    </a:custClr>
    <a:custClr name="White">
      <a:srgbClr val="FFFFFF"/>
    </a:custClr>
    <a:custClr name="White">
      <a:srgbClr val="FFFFFF"/>
    </a:custClr>
    <a:custClr name="Philips Blue">
      <a:srgbClr val="0B5ED7"/>
    </a:custClr>
    <a:custClr name="Aqua">
      <a:srgbClr val="02ABB1"/>
    </a:custClr>
    <a:custClr name="Green">
      <a:srgbClr val="02DA21"/>
    </a:custClr>
    <a:custClr name="Gold">
      <a:srgbClr val="FFCF50"/>
    </a:custClr>
    <a:custClr name="Coral">
      <a:srgbClr val="F85569"/>
    </a:custClr>
    <a:custClr name="Pink">
      <a:srgbClr val="FA8DDC"/>
    </a:custClr>
    <a:custClr name="Purple">
      <a:srgbClr val="D780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Blue">
      <a:srgbClr val="00126E"/>
    </a:custClr>
    <a:custClr name="Dark Aqua">
      <a:srgbClr val="00666F"/>
    </a:custClr>
    <a:custClr name="Dark Green">
      <a:srgbClr val="008800"/>
    </a:custClr>
    <a:custClr name="Dark Gold">
      <a:srgbClr val="FCA708"/>
    </a:custClr>
    <a:custClr name="Dark Coral">
      <a:srgbClr val="D43F44"/>
    </a:custClr>
    <a:custClr name="Dark Pink">
      <a:srgbClr val="DB0383"/>
    </a:custClr>
    <a:custClr name="Dark Purple">
      <a:srgbClr val="A80DF2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ACTIVE edits_JULY 15 VisID template" id="{6786F5D1-4757-F140-90A2-1887A2078D1A}" vid="{E537A740-66BA-B049-9B06-A6174F937C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A48BB3-A2F8-5147-98FB-30E02B1C7AEF}">
  <we:reference id="54c7af0c-5b65-49a9-ab86-f2a8a4690127" version="2.0.0.3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80cc8cc-a0d7-4713-9c3e-0b7190a1e53e" xsi:nil="true"/>
  </documentManagement>
</p:properties>
</file>

<file path=customXml/item3.xml><?xml version="1.0" encoding="utf-8"?>
<TemplafyFormConfiguration><![CDATA[{"formFields":[],"formDataEntries":[]}]]></TemplafyFormConfiguration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E5E6F7C3CA4847850B174CA744C6FC" ma:contentTypeVersion="17" ma:contentTypeDescription="Create a new document." ma:contentTypeScope="" ma:versionID="f1e3455a0ac3c577c195025b585446d5">
  <xsd:schema xmlns:xsd="http://www.w3.org/2001/XMLSchema" xmlns:xs="http://www.w3.org/2001/XMLSchema" xmlns:p="http://schemas.microsoft.com/office/2006/metadata/properties" xmlns:ns3="780cc8cc-a0d7-4713-9c3e-0b7190a1e53e" xmlns:ns4="b9d67808-3eaf-4731-8ef7-8469ba91599f" targetNamespace="http://schemas.microsoft.com/office/2006/metadata/properties" ma:root="true" ma:fieldsID="ad042caab29af02fa0f22b0678b53be0" ns3:_="" ns4:_="">
    <xsd:import namespace="780cc8cc-a0d7-4713-9c3e-0b7190a1e53e"/>
    <xsd:import namespace="b9d67808-3eaf-4731-8ef7-8469ba91599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0cc8cc-a0d7-4713-9c3e-0b7190a1e5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d67808-3eaf-4731-8ef7-8469ba91599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TemplafyTemplateConfiguration><![CDATA[{"elementsMetadata":[],"transformationConfigurations":[],"templateName":"Philips Master Template (updated margins)","templateDescription":"","enableDocumentContentUpdater":false,"version":"2.0"}]]></TemplafyTemplateConfiguration>
</file>

<file path=customXml/itemProps1.xml><?xml version="1.0" encoding="utf-8"?>
<ds:datastoreItem xmlns:ds="http://schemas.openxmlformats.org/officeDocument/2006/customXml" ds:itemID="{307B3638-7535-47B2-B5BC-1B76C3C058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FE3A10-A5AD-44C9-AAD4-1E5C1452D959}">
  <ds:schemaRefs>
    <ds:schemaRef ds:uri="http://purl.org/dc/elements/1.1/"/>
    <ds:schemaRef ds:uri="http://purl.org/dc/dcmitype/"/>
    <ds:schemaRef ds:uri="http://purl.org/dc/terms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b9d67808-3eaf-4731-8ef7-8469ba91599f"/>
    <ds:schemaRef ds:uri="780cc8cc-a0d7-4713-9c3e-0b7190a1e53e"/>
  </ds:schemaRefs>
</ds:datastoreItem>
</file>

<file path=customXml/itemProps3.xml><?xml version="1.0" encoding="utf-8"?>
<ds:datastoreItem xmlns:ds="http://schemas.openxmlformats.org/officeDocument/2006/customXml" ds:itemID="{758FF650-907C-428F-AD7B-6BA9D849A6CB}">
  <ds:schemaRefs/>
</ds:datastoreItem>
</file>

<file path=customXml/itemProps4.xml><?xml version="1.0" encoding="utf-8"?>
<ds:datastoreItem xmlns:ds="http://schemas.openxmlformats.org/officeDocument/2006/customXml" ds:itemID="{B1D45344-BB9F-4C02-8C84-B77770B7B5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0cc8cc-a0d7-4713-9c3e-0b7190a1e53e"/>
    <ds:schemaRef ds:uri="b9d67808-3eaf-4731-8ef7-8469ba9159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.xml><?xml version="1.0" encoding="utf-8"?>
<ds:datastoreItem xmlns:ds="http://schemas.openxmlformats.org/officeDocument/2006/customXml" ds:itemID="{BFBCB3F7-860C-40CC-8532-A042390E68D6}">
  <ds:schemaRefs/>
</ds:datastoreItem>
</file>

<file path=docMetadata/LabelInfo.xml><?xml version="1.0" encoding="utf-8"?>
<clbl:labelList xmlns:clbl="http://schemas.microsoft.com/office/2020/mipLabelMetadata">
  <clbl:label id="{1a407a2d-7675-4d17-8692-b3ac285306e4}" enabled="0" method="" siteId="{1a407a2d-7675-4d17-8692-b3ac285306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</Words>
  <Application>Microsoft Office PowerPoint</Application>
  <PresentationFormat>Custom</PresentationFormat>
  <Paragraphs>19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Slide Master Only: November 2024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Philips Corporate PowerPoint Template</dc:title>
  <dc:subject/>
  <dc:creator>Hendriks, Rob</dc:creator>
  <cp:keywords/>
  <dc:description/>
  <cp:lastModifiedBy>Hendriks, Rob</cp:lastModifiedBy>
  <cp:revision>4</cp:revision>
  <dcterms:created xsi:type="dcterms:W3CDTF">2025-09-06T05:07:06Z</dcterms:created>
  <dcterms:modified xsi:type="dcterms:W3CDTF">2026-09-09T06:15:28Z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2025-09-05T06:54:52</vt:lpwstr>
  </property>
  <property fmtid="{D5CDD505-2E9C-101B-9397-08002B2CF9AE}" pid="3" name="TemplafyTenantId">
    <vt:lpwstr>philips</vt:lpwstr>
  </property>
  <property fmtid="{D5CDD505-2E9C-101B-9397-08002B2CF9AE}" pid="4" name="TemplafyTemplateId">
    <vt:lpwstr>1267840776996651068</vt:lpwstr>
  </property>
  <property fmtid="{D5CDD505-2E9C-101B-9397-08002B2CF9AE}" pid="5" name="TemplafyUserProfileId">
    <vt:lpwstr>637652993277589542</vt:lpwstr>
  </property>
  <property fmtid="{D5CDD505-2E9C-101B-9397-08002B2CF9AE}" pid="6" name="TemplafyFromBlank">
    <vt:bool>true</vt:bool>
  </property>
  <property fmtid="{D5CDD505-2E9C-101B-9397-08002B2CF9AE}" pid="7" name="ContentTypeId">
    <vt:lpwstr>0x01010004E5E6F7C3CA4847850B174CA744C6FC</vt:lpwstr>
  </property>
</Properties>
</file>